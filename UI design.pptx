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9" r:id="rId3"/>
    <p:sldId id="262" r:id="rId4"/>
    <p:sldId id="260" r:id="rId5"/>
    <p:sldId id="261" r:id="rId6"/>
    <p:sldId id="263" r:id="rId7"/>
    <p:sldId id="264" r:id="rId8"/>
    <p:sldId id="265" r:id="rId9"/>
    <p:sldId id="267" r:id="rId10"/>
    <p:sldId id="266" r:id="rId11"/>
    <p:sldId id="268" r:id="rId12"/>
    <p:sldId id="269" r:id="rId13"/>
    <p:sldId id="270" r:id="rId14"/>
    <p:sldId id="272" r:id="rId15"/>
    <p:sldId id="273" r:id="rId16"/>
    <p:sldId id="274" r:id="rId17"/>
    <p:sldId id="275" r:id="rId18"/>
    <p:sldId id="276" r:id="rId19"/>
    <p:sldId id="277" r:id="rId20"/>
    <p:sldId id="278" r:id="rId21"/>
    <p:sldId id="286" r:id="rId22"/>
    <p:sldId id="279" r:id="rId23"/>
    <p:sldId id="280" r:id="rId24"/>
    <p:sldId id="281" r:id="rId25"/>
    <p:sldId id="282" r:id="rId26"/>
    <p:sldId id="283" r:id="rId27"/>
    <p:sldId id="284" r:id="rId28"/>
    <p:sldId id="285"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mayil B" initials="WB" lastIdx="1" clrIdx="0">
    <p:extLst>
      <p:ext uri="{19B8F6BF-5375-455C-9EA6-DF929625EA0E}">
        <p15:presenceInfo xmlns:p15="http://schemas.microsoft.com/office/powerpoint/2012/main" userId="fbb8cd422ac438b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20014"/>
    <a:srgbClr val="080054"/>
    <a:srgbClr val="003300"/>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B7DF1-80E3-4B37-8A9C-226C09DE3BD2}" type="datetimeFigureOut">
              <a:rPr lang="en-IN" smtClean="0"/>
              <a:t>26-07-2025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23E555-0C1F-4D59-9B95-F18D9E9944A1}" type="slidenum">
              <a:rPr lang="en-IN" smtClean="0"/>
              <a:t>‹#›</a:t>
            </a:fld>
            <a:endParaRPr lang="en-IN"/>
          </a:p>
        </p:txBody>
      </p:sp>
    </p:spTree>
    <p:extLst>
      <p:ext uri="{BB962C8B-B14F-4D97-AF65-F5344CB8AC3E}">
        <p14:creationId xmlns:p14="http://schemas.microsoft.com/office/powerpoint/2010/main" val="1308817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823E555-0C1F-4D59-9B95-F18D9E9944A1}" type="slidenum">
              <a:rPr lang="en-IN" smtClean="0"/>
              <a:t>2</a:t>
            </a:fld>
            <a:endParaRPr lang="en-IN"/>
          </a:p>
        </p:txBody>
      </p:sp>
    </p:spTree>
    <p:extLst>
      <p:ext uri="{BB962C8B-B14F-4D97-AF65-F5344CB8AC3E}">
        <p14:creationId xmlns:p14="http://schemas.microsoft.com/office/powerpoint/2010/main" val="170248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FDC5D-CFBC-49B1-DF1B-54378D94EE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6459B6-255C-FC09-F9B1-373B83E6D3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A92657-AD07-F0E1-35A5-CADAE5FD53C8}"/>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5" name="Footer Placeholder 4">
            <a:extLst>
              <a:ext uri="{FF2B5EF4-FFF2-40B4-BE49-F238E27FC236}">
                <a16:creationId xmlns:a16="http://schemas.microsoft.com/office/drawing/2014/main" id="{A6C7C8C6-E092-05BF-7BCD-82C5556D5E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CD4F9C-D90F-32ED-59E1-3BE4528C441F}"/>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3558404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4F07D-8BF9-E12A-CB8A-976328E83D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9C6F64-FAEE-7E4D-2E22-0DB5EDB677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A7DA06-B384-48D1-CAFE-553DCF9D7ACD}"/>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5" name="Footer Placeholder 4">
            <a:extLst>
              <a:ext uri="{FF2B5EF4-FFF2-40B4-BE49-F238E27FC236}">
                <a16:creationId xmlns:a16="http://schemas.microsoft.com/office/drawing/2014/main" id="{AC73EBE4-043F-5A4C-53CB-4A9CB68E5E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259C81-535D-F02A-2058-8AB53B3FAFD4}"/>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656221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C7B6-909A-57BA-CB25-90DF2D9A23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9C0D648-D1E9-F61D-0518-44F85C9405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52DD8B-5E9D-1315-8965-0D88FEED9C4A}"/>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5" name="Footer Placeholder 4">
            <a:extLst>
              <a:ext uri="{FF2B5EF4-FFF2-40B4-BE49-F238E27FC236}">
                <a16:creationId xmlns:a16="http://schemas.microsoft.com/office/drawing/2014/main" id="{755EFFA2-86BE-31A8-3856-3EF6DA6565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979BE-7B5A-DA8D-9D61-53BDCF74EDD4}"/>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4277655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62C09-C6A1-918D-6ED3-64C742EFE9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B1064D-589D-3CF1-6CCA-FAA12F16B1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963FB1-64D7-1569-12D9-D1C45EAD46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DA59567-4D75-F711-AB3B-1AD39EB67A49}"/>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6" name="Footer Placeholder 5">
            <a:extLst>
              <a:ext uri="{FF2B5EF4-FFF2-40B4-BE49-F238E27FC236}">
                <a16:creationId xmlns:a16="http://schemas.microsoft.com/office/drawing/2014/main" id="{454A013E-65B5-423D-A174-B957956391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131D88-FDF5-68D0-755B-0BC51E715BAB}"/>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3010719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BDC58-A084-05B3-250E-2722555F28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B2C7F8-C713-9039-4D7E-D6F5740751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35C05F-E7DF-59F3-1967-1FBE629EB8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9D9854-5237-D5B7-42E7-74C488D408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F802FB-2EAF-E4F8-C158-96A7EAE81E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1E381C-13E8-C75F-8D32-5FF0A5F1A11C}"/>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8" name="Footer Placeholder 7">
            <a:extLst>
              <a:ext uri="{FF2B5EF4-FFF2-40B4-BE49-F238E27FC236}">
                <a16:creationId xmlns:a16="http://schemas.microsoft.com/office/drawing/2014/main" id="{A951304F-A144-C19F-220E-68C2D1ACB8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181886-99D4-AD7A-6CB9-08A58A162036}"/>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634911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5BB10-15D6-D6A7-C2B8-A8A40CCC7B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AC5FE9-6B4F-BD0F-B7C7-23B8A0EC73EE}"/>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4" name="Footer Placeholder 3">
            <a:extLst>
              <a:ext uri="{FF2B5EF4-FFF2-40B4-BE49-F238E27FC236}">
                <a16:creationId xmlns:a16="http://schemas.microsoft.com/office/drawing/2014/main" id="{25C62B01-2C5A-769C-CB11-9C4D1108F9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054D38-5272-3DA1-EBC4-2D520BB9EAA0}"/>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1944995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597E9E-E6AC-A53D-A6F2-0760D7852015}"/>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3" name="Footer Placeholder 2">
            <a:extLst>
              <a:ext uri="{FF2B5EF4-FFF2-40B4-BE49-F238E27FC236}">
                <a16:creationId xmlns:a16="http://schemas.microsoft.com/office/drawing/2014/main" id="{907E77C9-6214-0170-3D83-5C11F3D683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243B1E-E515-1F8B-49E8-AF1874CFE24A}"/>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3583611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38D66-7E3D-9A2F-4729-5CC5CBA42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482550-FA28-4BD6-645B-CBF8B29D2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878284-764F-A24C-D9AC-10C362E8A2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D1ED13-8664-F879-6BFE-D8538FB0DE50}"/>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6" name="Footer Placeholder 5">
            <a:extLst>
              <a:ext uri="{FF2B5EF4-FFF2-40B4-BE49-F238E27FC236}">
                <a16:creationId xmlns:a16="http://schemas.microsoft.com/office/drawing/2014/main" id="{EAEB159B-CAAB-CE0E-CBBC-AC76861CDF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F9C540-1029-AFEA-F24E-86771CBDA31A}"/>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4207765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4C27-AB51-5144-3FF8-DF7E97AA19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BE5A7B-B821-3C34-2DFF-6FBBB3978F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E60ABFD-2D33-A920-2B33-ADCDC1EEE4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21126E-88BE-BEC2-267A-5E595AF0C2D6}"/>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6" name="Footer Placeholder 5">
            <a:extLst>
              <a:ext uri="{FF2B5EF4-FFF2-40B4-BE49-F238E27FC236}">
                <a16:creationId xmlns:a16="http://schemas.microsoft.com/office/drawing/2014/main" id="{215B731E-4BE0-9B50-272C-E441CDE7F9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E0A118-123C-724C-4854-4E50CD894EF5}"/>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254315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C4179-8BA1-32F6-DCC4-FCB87844A5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59E5B2-F6B2-BEAD-F7B6-7C5EDB43D2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2DE0FA-5456-A9EB-822F-D1245610B50D}"/>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5" name="Footer Placeholder 4">
            <a:extLst>
              <a:ext uri="{FF2B5EF4-FFF2-40B4-BE49-F238E27FC236}">
                <a16:creationId xmlns:a16="http://schemas.microsoft.com/office/drawing/2014/main" id="{7D39F4A7-7D90-8029-348B-BB50F36904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C03EF1-9155-7BB8-E3AE-6FDED51169D1}"/>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1977995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FA00D8-0E5C-D2EB-BF68-B051D3D4EF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4619EF-C64F-BA03-8ADA-095DC5FDDE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F967E1-E369-17BD-B5CD-F68C0F08FF25}"/>
              </a:ext>
            </a:extLst>
          </p:cNvPr>
          <p:cNvSpPr>
            <a:spLocks noGrp="1"/>
          </p:cNvSpPr>
          <p:nvPr>
            <p:ph type="dt" sz="half" idx="10"/>
          </p:nvPr>
        </p:nvSpPr>
        <p:spPr/>
        <p:txBody>
          <a:bodyPr/>
          <a:lstStyle/>
          <a:p>
            <a:fld id="{3EAEDD0A-18FF-4677-BA9D-442E1508EAB4}" type="datetimeFigureOut">
              <a:rPr lang="en-IN" smtClean="0"/>
              <a:t>26-07-2025</a:t>
            </a:fld>
            <a:endParaRPr lang="en-IN"/>
          </a:p>
        </p:txBody>
      </p:sp>
      <p:sp>
        <p:nvSpPr>
          <p:cNvPr id="5" name="Footer Placeholder 4">
            <a:extLst>
              <a:ext uri="{FF2B5EF4-FFF2-40B4-BE49-F238E27FC236}">
                <a16:creationId xmlns:a16="http://schemas.microsoft.com/office/drawing/2014/main" id="{CB37BE26-0C38-493B-DD3E-D6C2A1BEF9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6CAB18-51FF-061B-09E0-23A7E5F56EA8}"/>
              </a:ext>
            </a:extLst>
          </p:cNvPr>
          <p:cNvSpPr>
            <a:spLocks noGrp="1"/>
          </p:cNvSpPr>
          <p:nvPr>
            <p:ph type="sldNum" sz="quarter" idx="12"/>
          </p:nvPr>
        </p:nvSpPr>
        <p:spPr/>
        <p:txBody>
          <a:bodyPr/>
          <a:lstStyle/>
          <a:p>
            <a:fld id="{B643A0BC-8EAC-44B3-AD99-B90873BD55E6}" type="slidenum">
              <a:rPr lang="en-IN" smtClean="0"/>
              <a:t>‹#›</a:t>
            </a:fld>
            <a:endParaRPr lang="en-IN"/>
          </a:p>
        </p:txBody>
      </p:sp>
    </p:spTree>
    <p:extLst>
      <p:ext uri="{BB962C8B-B14F-4D97-AF65-F5344CB8AC3E}">
        <p14:creationId xmlns:p14="http://schemas.microsoft.com/office/powerpoint/2010/main" val="1734743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CADE5B-356B-FA09-C732-41BB1CD80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62E442-DFF7-6650-B9B6-7BA7289D32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DB7C79-4C52-DD7A-68E1-EEB7D75413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AEDD0A-18FF-4677-BA9D-442E1508EAB4}" type="datetimeFigureOut">
              <a:rPr lang="en-IN" smtClean="0"/>
              <a:t>26-07-2025</a:t>
            </a:fld>
            <a:endParaRPr lang="en-IN"/>
          </a:p>
        </p:txBody>
      </p:sp>
      <p:sp>
        <p:nvSpPr>
          <p:cNvPr id="5" name="Footer Placeholder 4">
            <a:extLst>
              <a:ext uri="{FF2B5EF4-FFF2-40B4-BE49-F238E27FC236}">
                <a16:creationId xmlns:a16="http://schemas.microsoft.com/office/drawing/2014/main" id="{E4FF3D77-20BB-11AB-E5BC-A0A43B1588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DDB07E-A063-A756-A483-D45CA04F9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43A0BC-8EAC-44B3-AD99-B90873BD55E6}" type="slidenum">
              <a:rPr lang="en-IN" smtClean="0"/>
              <a:t>‹#›</a:t>
            </a:fld>
            <a:endParaRPr lang="en-IN"/>
          </a:p>
        </p:txBody>
      </p:sp>
    </p:spTree>
    <p:extLst>
      <p:ext uri="{BB962C8B-B14F-4D97-AF65-F5344CB8AC3E}">
        <p14:creationId xmlns:p14="http://schemas.microsoft.com/office/powerpoint/2010/main" val="637345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image" Target="../media/image6.svg"/><Relationship Id="rId18" Type="http://schemas.openxmlformats.org/officeDocument/2006/relationships/image" Target="../media/image6.png"/><Relationship Id="rId3" Type="http://schemas.openxmlformats.org/officeDocument/2006/relationships/slide" Target="slide7.xml"/><Relationship Id="rId21" Type="http://schemas.openxmlformats.org/officeDocument/2006/relationships/image" Target="../media/image7.png"/><Relationship Id="rId7" Type="http://schemas.openxmlformats.org/officeDocument/2006/relationships/image" Target="../media/image1.png"/><Relationship Id="rId12" Type="http://schemas.openxmlformats.org/officeDocument/2006/relationships/image" Target="../media/image3.png"/><Relationship Id="rId17" Type="http://schemas.openxmlformats.org/officeDocument/2006/relationships/image" Target="../media/image10.svg"/><Relationship Id="rId2" Type="http://schemas.openxmlformats.org/officeDocument/2006/relationships/slide" Target="slide6.xml"/><Relationship Id="rId16" Type="http://schemas.openxmlformats.org/officeDocument/2006/relationships/image" Target="../media/image5.png"/><Relationship Id="rId20" Type="http://schemas.openxmlformats.org/officeDocument/2006/relationships/slide" Target="slide3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image" Target="../media/image4.svg"/><Relationship Id="rId5" Type="http://schemas.openxmlformats.org/officeDocument/2006/relationships/slide" Target="slide3.xml"/><Relationship Id="rId15" Type="http://schemas.openxmlformats.org/officeDocument/2006/relationships/image" Target="../media/image8.svg"/><Relationship Id="rId10" Type="http://schemas.openxmlformats.org/officeDocument/2006/relationships/image" Target="../media/image2.png"/><Relationship Id="rId19" Type="http://schemas.openxmlformats.org/officeDocument/2006/relationships/image" Target="../media/image12.svg"/><Relationship Id="rId4" Type="http://schemas.openxmlformats.org/officeDocument/2006/relationships/slide" Target="slide4.xml"/><Relationship Id="rId9" Type="http://schemas.openxmlformats.org/officeDocument/2006/relationships/slide" Target="slide5.xml"/><Relationship Id="rId1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image" Target="../media/image4.png"/><Relationship Id="rId18" Type="http://schemas.openxmlformats.org/officeDocument/2006/relationships/image" Target="../media/image6.png"/><Relationship Id="rId3" Type="http://schemas.openxmlformats.org/officeDocument/2006/relationships/slide" Target="slide4.xml"/><Relationship Id="rId7" Type="http://schemas.openxmlformats.org/officeDocument/2006/relationships/image" Target="../media/image2.svg"/><Relationship Id="rId12" Type="http://schemas.openxmlformats.org/officeDocument/2006/relationships/image" Target="../media/image6.svg"/><Relationship Id="rId17" Type="http://schemas.openxmlformats.org/officeDocument/2006/relationships/slide" Target="slide1.xml"/><Relationship Id="rId2" Type="http://schemas.openxmlformats.org/officeDocument/2006/relationships/notesSlide" Target="../notesSlides/notesSlide1.xml"/><Relationship Id="rId16" Type="http://schemas.openxmlformats.org/officeDocument/2006/relationships/image" Target="../media/image10.sv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3.png"/><Relationship Id="rId5" Type="http://schemas.openxmlformats.org/officeDocument/2006/relationships/slide" Target="slide2.xml"/><Relationship Id="rId15" Type="http://schemas.openxmlformats.org/officeDocument/2006/relationships/image" Target="../media/image5.png"/><Relationship Id="rId10" Type="http://schemas.openxmlformats.org/officeDocument/2006/relationships/image" Target="../media/image4.svg"/><Relationship Id="rId19" Type="http://schemas.openxmlformats.org/officeDocument/2006/relationships/image" Target="../media/image12.svg"/><Relationship Id="rId4" Type="http://schemas.openxmlformats.org/officeDocument/2006/relationships/slide" Target="slide3.xml"/><Relationship Id="rId9" Type="http://schemas.openxmlformats.org/officeDocument/2006/relationships/image" Target="../media/image2.png"/><Relationship Id="rId14"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 Type="http://schemas.openxmlformats.org/officeDocument/2006/relationships/slide" Target="slide4.xml"/><Relationship Id="rId16" Type="http://schemas.openxmlformats.org/officeDocument/2006/relationships/slide" Target="slide1.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5" Type="http://schemas.openxmlformats.org/officeDocument/2006/relationships/image" Target="../media/image1.png"/><Relationship Id="rId15" Type="http://schemas.openxmlformats.org/officeDocument/2006/relationships/image" Target="../media/image10.svg"/><Relationship Id="rId10" Type="http://schemas.openxmlformats.org/officeDocument/2006/relationships/image" Target="../media/image3.png"/><Relationship Id="rId19" Type="http://schemas.openxmlformats.org/officeDocument/2006/relationships/image" Target="../media/image7.pn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 Type="http://schemas.openxmlformats.org/officeDocument/2006/relationships/slide" Target="slide4.xml"/><Relationship Id="rId16" Type="http://schemas.openxmlformats.org/officeDocument/2006/relationships/slide" Target="slide1.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5" Type="http://schemas.openxmlformats.org/officeDocument/2006/relationships/image" Target="../media/image1.png"/><Relationship Id="rId15" Type="http://schemas.openxmlformats.org/officeDocument/2006/relationships/image" Target="../media/image10.svg"/><Relationship Id="rId10" Type="http://schemas.openxmlformats.org/officeDocument/2006/relationships/image" Target="../media/image3.png"/><Relationship Id="rId19" Type="http://schemas.openxmlformats.org/officeDocument/2006/relationships/image" Target="../media/image7.pn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3.png"/><Relationship Id="rId18" Type="http://schemas.openxmlformats.org/officeDocument/2006/relationships/image" Target="../media/image10.svg"/><Relationship Id="rId3" Type="http://schemas.openxmlformats.org/officeDocument/2006/relationships/hyperlink" Target="mailto:subashini@vvvcollge.org" TargetMode="External"/><Relationship Id="rId21" Type="http://schemas.openxmlformats.org/officeDocument/2006/relationships/image" Target="../media/image12.svg"/><Relationship Id="rId7" Type="http://schemas.openxmlformats.org/officeDocument/2006/relationships/slide" Target="slide2.xml"/><Relationship Id="rId12" Type="http://schemas.openxmlformats.org/officeDocument/2006/relationships/image" Target="../media/image4.svg"/><Relationship Id="rId17" Type="http://schemas.openxmlformats.org/officeDocument/2006/relationships/image" Target="../media/image5.png"/><Relationship Id="rId2" Type="http://schemas.openxmlformats.org/officeDocument/2006/relationships/hyperlink" Target="mailto:jeyalakshmi@vvvcollege.org" TargetMode="External"/><Relationship Id="rId16" Type="http://schemas.openxmlformats.org/officeDocument/2006/relationships/image" Target="../media/image8.svg"/><Relationship Id="rId20"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 Target="slide3.xml"/><Relationship Id="rId11" Type="http://schemas.openxmlformats.org/officeDocument/2006/relationships/image" Target="../media/image2.png"/><Relationship Id="rId5" Type="http://schemas.openxmlformats.org/officeDocument/2006/relationships/slide" Target="slide4.xml"/><Relationship Id="rId15" Type="http://schemas.openxmlformats.org/officeDocument/2006/relationships/image" Target="../media/image4.png"/><Relationship Id="rId10" Type="http://schemas.openxmlformats.org/officeDocument/2006/relationships/slide" Target="slide5.xml"/><Relationship Id="rId19" Type="http://schemas.openxmlformats.org/officeDocument/2006/relationships/slide" Target="slide1.xml"/><Relationship Id="rId4" Type="http://schemas.openxmlformats.org/officeDocument/2006/relationships/hyperlink" Target="mailto:winmayil@vvvcollege.org" TargetMode="External"/><Relationship Id="rId9" Type="http://schemas.openxmlformats.org/officeDocument/2006/relationships/image" Target="../media/image2.svg"/><Relationship Id="rId14" Type="http://schemas.openxmlformats.org/officeDocument/2006/relationships/image" Target="../media/image6.svg"/><Relationship Id="rId22"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3" Type="http://schemas.openxmlformats.org/officeDocument/2006/relationships/slide" Target="slide3.xml"/><Relationship Id="rId21" Type="http://schemas.openxmlformats.org/officeDocument/2006/relationships/slide" Target="slide9.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image" Target="../media/image7.png"/><Relationship Id="rId10" Type="http://schemas.openxmlformats.org/officeDocument/2006/relationships/image" Target="../media/image3.png"/><Relationship Id="rId19" Type="http://schemas.openxmlformats.org/officeDocument/2006/relationships/slide" Target="slide8.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image" Target="../media/image8.jpe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16.svg"/><Relationship Id="rId18" Type="http://schemas.openxmlformats.org/officeDocument/2006/relationships/image" Target="../media/image20.svg"/><Relationship Id="rId3" Type="http://schemas.openxmlformats.org/officeDocument/2006/relationships/slide" Target="slide3.xml"/><Relationship Id="rId21" Type="http://schemas.openxmlformats.org/officeDocument/2006/relationships/slide" Target="slide23.xml"/><Relationship Id="rId7" Type="http://schemas.openxmlformats.org/officeDocument/2006/relationships/slide" Target="slide5.xml"/><Relationship Id="rId12" Type="http://schemas.openxmlformats.org/officeDocument/2006/relationships/image" Target="../media/image9.png"/><Relationship Id="rId17" Type="http://schemas.openxmlformats.org/officeDocument/2006/relationships/image" Target="../media/image11.png"/><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1.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image" Target="../media/image7.png"/><Relationship Id="rId5" Type="http://schemas.openxmlformats.org/officeDocument/2006/relationships/image" Target="../media/image1.png"/><Relationship Id="rId15" Type="http://schemas.openxmlformats.org/officeDocument/2006/relationships/image" Target="../media/image18.svg"/><Relationship Id="rId23" Type="http://schemas.openxmlformats.org/officeDocument/2006/relationships/image" Target="../media/image8.jpeg"/><Relationship Id="rId10" Type="http://schemas.openxmlformats.org/officeDocument/2006/relationships/image" Target="../media/image3.png"/><Relationship Id="rId19" Type="http://schemas.openxmlformats.org/officeDocument/2006/relationships/slide" Target="slide6.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10.png"/><Relationship Id="rId22" Type="http://schemas.openxmlformats.org/officeDocument/2006/relationships/slide" Target="slide22.xml"/></Relationships>
</file>

<file path=ppt/slides/_rels/slide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slide" Target="slide29.xml"/><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7.png"/><Relationship Id="rId3" Type="http://schemas.openxmlformats.org/officeDocument/2006/relationships/slide" Target="slide3.xml"/><Relationship Id="rId21" Type="http://schemas.openxmlformats.org/officeDocument/2006/relationships/slide" Target="slide27.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29.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25.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1.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24.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12.png"/><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29"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28" Type="http://schemas.openxmlformats.org/officeDocument/2006/relationships/slide" Target="slide29.xml"/><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image" Target="../media/image22.svg"/></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7.png"/><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29"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32" Type="http://schemas.openxmlformats.org/officeDocument/2006/relationships/image" Target="../media/image28.svg"/><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28" Type="http://schemas.openxmlformats.org/officeDocument/2006/relationships/image" Target="../media/image24.svg"/><Relationship Id="rId10" Type="http://schemas.openxmlformats.org/officeDocument/2006/relationships/image" Target="../media/image3.png"/><Relationship Id="rId19" Type="http://schemas.openxmlformats.org/officeDocument/2006/relationships/slide" Target="slide12.xml"/><Relationship Id="rId31" Type="http://schemas.openxmlformats.org/officeDocument/2006/relationships/image" Target="../media/image15.pn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image" Target="../media/image13.png"/><Relationship Id="rId30" Type="http://schemas.openxmlformats.org/officeDocument/2006/relationships/image" Target="../media/image26.svg"/></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slide" Target="slide15.xml"/><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28" Type="http://schemas.openxmlformats.org/officeDocument/2006/relationships/image" Target="../media/image7.png"/><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8.xml"/><Relationship Id="rId27" Type="http://schemas.openxmlformats.org/officeDocument/2006/relationships/slide" Target="slide29.xm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7.png"/><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29.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s>
</file>

<file path=ppt/slides/_rels/slide16.xml.rels><?xml version="1.0" encoding="UTF-8" standalone="yes"?>
<Relationships xmlns="http://schemas.openxmlformats.org/package/2006/relationships"><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slide" Target="slide29.xml"/><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33" Type="http://schemas.openxmlformats.org/officeDocument/2006/relationships/image" Target="../media/image28.svg"/><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29" Type="http://schemas.openxmlformats.org/officeDocument/2006/relationships/image" Target="../media/image24.sv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32" Type="http://schemas.openxmlformats.org/officeDocument/2006/relationships/image" Target="../media/image15.png"/><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28" Type="http://schemas.openxmlformats.org/officeDocument/2006/relationships/image" Target="../media/image13.png"/><Relationship Id="rId10" Type="http://schemas.openxmlformats.org/officeDocument/2006/relationships/image" Target="../media/image3.png"/><Relationship Id="rId19" Type="http://schemas.openxmlformats.org/officeDocument/2006/relationships/slide" Target="slide12.xml"/><Relationship Id="rId31" Type="http://schemas.openxmlformats.org/officeDocument/2006/relationships/image" Target="../media/image30.sv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image" Target="../media/image7.png"/><Relationship Id="rId30" Type="http://schemas.openxmlformats.org/officeDocument/2006/relationships/image" Target="../media/image16.png"/><Relationship Id="rId8"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slide" Target="slide15.xml"/><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28" Type="http://schemas.openxmlformats.org/officeDocument/2006/relationships/image" Target="../media/image7.png"/><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slide" Target="slide29.xml"/></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7.png"/><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29.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slide" Target="slide29.xml"/><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7.png"/><Relationship Id="rId3" Type="http://schemas.openxmlformats.org/officeDocument/2006/relationships/slide" Target="slide3.xml"/><Relationship Id="rId21" Type="http://schemas.openxmlformats.org/officeDocument/2006/relationships/slide" Target="slide16.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1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19.xml"/><Relationship Id="rId10" Type="http://schemas.openxmlformats.org/officeDocument/2006/relationships/image" Target="../media/image3.png"/><Relationship Id="rId19" Type="http://schemas.openxmlformats.org/officeDocument/2006/relationships/slide" Target="slide12.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slide" Target="slide29.xml"/></Relationships>
</file>

<file path=ppt/slides/_rels/slide2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32.svg"/><Relationship Id="rId3" Type="http://schemas.openxmlformats.org/officeDocument/2006/relationships/slide" Target="slide3.xml"/><Relationship Id="rId21" Type="http://schemas.openxmlformats.org/officeDocument/2006/relationships/slide" Target="slide27.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image" Target="../media/image17.png"/><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25.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1.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24.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17.xml"/><Relationship Id="rId27"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26" Type="http://schemas.openxmlformats.org/officeDocument/2006/relationships/image" Target="../media/image12.png"/><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slide" Target="slide12.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29" Type="http://schemas.openxmlformats.org/officeDocument/2006/relationships/slide" Target="slide21.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14.xml"/><Relationship Id="rId32" Type="http://schemas.openxmlformats.org/officeDocument/2006/relationships/image" Target="../media/image34.svg"/><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28" Type="http://schemas.openxmlformats.org/officeDocument/2006/relationships/slide" Target="slide34.xml"/><Relationship Id="rId10" Type="http://schemas.openxmlformats.org/officeDocument/2006/relationships/image" Target="../media/image3.png"/><Relationship Id="rId19" Type="http://schemas.openxmlformats.org/officeDocument/2006/relationships/slide" Target="slide27.xml"/><Relationship Id="rId31" Type="http://schemas.openxmlformats.org/officeDocument/2006/relationships/image" Target="../media/image18.pn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 Id="rId27" Type="http://schemas.openxmlformats.org/officeDocument/2006/relationships/image" Target="../media/image22.svg"/><Relationship Id="rId30" Type="http://schemas.openxmlformats.org/officeDocument/2006/relationships/image" Target="../media/image7.png"/></Relationships>
</file>

<file path=ppt/slides/_rels/slide25.xml.rels><?xml version="1.0" encoding="UTF-8" standalone="yes"?>
<Relationships xmlns="http://schemas.openxmlformats.org/package/2006/relationships"><Relationship Id="rId13" Type="http://schemas.openxmlformats.org/officeDocument/2006/relationships/image" Target="../media/image8.svg"/><Relationship Id="rId18" Type="http://schemas.openxmlformats.org/officeDocument/2006/relationships/slide" Target="slide25.xml"/><Relationship Id="rId26" Type="http://schemas.openxmlformats.org/officeDocument/2006/relationships/image" Target="../media/image17.png"/><Relationship Id="rId3" Type="http://schemas.openxmlformats.org/officeDocument/2006/relationships/slide" Target="slide33.xml"/><Relationship Id="rId21" Type="http://schemas.openxmlformats.org/officeDocument/2006/relationships/slide" Target="slide31.xml"/><Relationship Id="rId34" Type="http://schemas.openxmlformats.org/officeDocument/2006/relationships/image" Target="../media/image7.png"/><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image" Target="../media/image36.svg"/><Relationship Id="rId33" Type="http://schemas.openxmlformats.org/officeDocument/2006/relationships/slide" Target="slide21.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29" Type="http://schemas.openxmlformats.org/officeDocument/2006/relationships/image" Target="../media/image38.sv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image" Target="../media/image19.png"/><Relationship Id="rId32" Type="http://schemas.openxmlformats.org/officeDocument/2006/relationships/slide" Target="slide34.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28" Type="http://schemas.openxmlformats.org/officeDocument/2006/relationships/image" Target="../media/image20.png"/><Relationship Id="rId10" Type="http://schemas.openxmlformats.org/officeDocument/2006/relationships/image" Target="../media/image3.png"/><Relationship Id="rId19" Type="http://schemas.openxmlformats.org/officeDocument/2006/relationships/slide" Target="slide27.xml"/><Relationship Id="rId31" Type="http://schemas.openxmlformats.org/officeDocument/2006/relationships/image" Target="../media/image40.sv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 Id="rId27" Type="http://schemas.openxmlformats.org/officeDocument/2006/relationships/image" Target="../media/image32.svg"/><Relationship Id="rId30" Type="http://schemas.openxmlformats.org/officeDocument/2006/relationships/image" Target="../media/image21.png"/><Relationship Id="rId8" Type="http://schemas.openxmlformats.org/officeDocument/2006/relationships/image" Target="../media/image2.png"/></Relationships>
</file>

<file path=ppt/slides/_rels/slide26.xml.rels><?xml version="1.0" encoding="UTF-8" standalone="yes"?>
<Relationships xmlns="http://schemas.openxmlformats.org/package/2006/relationships"><Relationship Id="rId13" Type="http://schemas.openxmlformats.org/officeDocument/2006/relationships/image" Target="../media/image8.svg"/><Relationship Id="rId18" Type="http://schemas.openxmlformats.org/officeDocument/2006/relationships/slide" Target="slide25.xml"/><Relationship Id="rId26" Type="http://schemas.openxmlformats.org/officeDocument/2006/relationships/image" Target="../media/image17.png"/><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image" Target="../media/image36.svg"/><Relationship Id="rId33" Type="http://schemas.openxmlformats.org/officeDocument/2006/relationships/image" Target="../media/image7.png"/><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29" Type="http://schemas.openxmlformats.org/officeDocument/2006/relationships/image" Target="../media/image38.sv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image" Target="../media/image19.png"/><Relationship Id="rId32" Type="http://schemas.openxmlformats.org/officeDocument/2006/relationships/slide" Target="slide34.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28" Type="http://schemas.openxmlformats.org/officeDocument/2006/relationships/image" Target="../media/image20.png"/><Relationship Id="rId10" Type="http://schemas.openxmlformats.org/officeDocument/2006/relationships/image" Target="../media/image3.png"/><Relationship Id="rId19" Type="http://schemas.openxmlformats.org/officeDocument/2006/relationships/slide" Target="slide27.xml"/><Relationship Id="rId31" Type="http://schemas.openxmlformats.org/officeDocument/2006/relationships/image" Target="../media/image40.sv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 Id="rId27" Type="http://schemas.openxmlformats.org/officeDocument/2006/relationships/image" Target="../media/image32.svg"/><Relationship Id="rId30" Type="http://schemas.openxmlformats.org/officeDocument/2006/relationships/image" Target="../media/image21.png"/><Relationship Id="rId8" Type="http://schemas.openxmlformats.org/officeDocument/2006/relationships/image" Target="../media/image2.png"/></Relationships>
</file>

<file path=ppt/slides/_rels/slide27.xml.rels><?xml version="1.0" encoding="UTF-8" standalone="yes"?>
<Relationships xmlns="http://schemas.openxmlformats.org/package/2006/relationships"><Relationship Id="rId13" Type="http://schemas.openxmlformats.org/officeDocument/2006/relationships/image" Target="../media/image8.svg"/><Relationship Id="rId18" Type="http://schemas.openxmlformats.org/officeDocument/2006/relationships/slide" Target="slide25.xml"/><Relationship Id="rId26" Type="http://schemas.openxmlformats.org/officeDocument/2006/relationships/image" Target="../media/image17.png"/><Relationship Id="rId3" Type="http://schemas.openxmlformats.org/officeDocument/2006/relationships/slide" Target="slide33.xml"/><Relationship Id="rId21" Type="http://schemas.openxmlformats.org/officeDocument/2006/relationships/slide" Target="slide31.xml"/><Relationship Id="rId34" Type="http://schemas.openxmlformats.org/officeDocument/2006/relationships/image" Target="../media/image7.png"/><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image" Target="../media/image36.svg"/><Relationship Id="rId33"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29" Type="http://schemas.openxmlformats.org/officeDocument/2006/relationships/image" Target="../media/image38.sv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image" Target="../media/image19.png"/><Relationship Id="rId32" Type="http://schemas.openxmlformats.org/officeDocument/2006/relationships/slide" Target="slide28.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28" Type="http://schemas.openxmlformats.org/officeDocument/2006/relationships/image" Target="../media/image20.png"/><Relationship Id="rId10" Type="http://schemas.openxmlformats.org/officeDocument/2006/relationships/image" Target="../media/image3.png"/><Relationship Id="rId19" Type="http://schemas.openxmlformats.org/officeDocument/2006/relationships/slide" Target="slide27.xml"/><Relationship Id="rId31" Type="http://schemas.openxmlformats.org/officeDocument/2006/relationships/image" Target="../media/image40.sv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 Id="rId27" Type="http://schemas.openxmlformats.org/officeDocument/2006/relationships/image" Target="../media/image32.svg"/><Relationship Id="rId30" Type="http://schemas.openxmlformats.org/officeDocument/2006/relationships/image" Target="../media/image21.png"/><Relationship Id="rId8"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26" Type="http://schemas.openxmlformats.org/officeDocument/2006/relationships/image" Target="../media/image16.png"/><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29" Type="http://schemas.openxmlformats.org/officeDocument/2006/relationships/image" Target="../media/image28.sv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8.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28" Type="http://schemas.openxmlformats.org/officeDocument/2006/relationships/image" Target="../media/image15.png"/><Relationship Id="rId10" Type="http://schemas.openxmlformats.org/officeDocument/2006/relationships/image" Target="../media/image3.png"/><Relationship Id="rId19" Type="http://schemas.openxmlformats.org/officeDocument/2006/relationships/slide" Target="slide27.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 Id="rId27" Type="http://schemas.openxmlformats.org/officeDocument/2006/relationships/image" Target="../media/image30.svg"/><Relationship Id="rId30" Type="http://schemas.openxmlformats.org/officeDocument/2006/relationships/image" Target="../media/image7.png"/></Relationships>
</file>

<file path=ppt/slides/_rels/slide29.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image" Target="../media/image12.svg"/><Relationship Id="rId26" Type="http://schemas.openxmlformats.org/officeDocument/2006/relationships/image" Target="../media/image16.png"/><Relationship Id="rId3" Type="http://schemas.openxmlformats.org/officeDocument/2006/relationships/slide" Target="slide3.xml"/><Relationship Id="rId21" Type="http://schemas.openxmlformats.org/officeDocument/2006/relationships/slide" Target="slide27.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6.png"/><Relationship Id="rId25" Type="http://schemas.openxmlformats.org/officeDocument/2006/relationships/slide" Target="slide26.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25.xml"/><Relationship Id="rId29" Type="http://schemas.openxmlformats.org/officeDocument/2006/relationships/image" Target="../media/image40.sv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0.xml"/><Relationship Id="rId32" Type="http://schemas.openxmlformats.org/officeDocument/2006/relationships/image" Target="../media/image7.png"/><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9.xml"/><Relationship Id="rId28" Type="http://schemas.openxmlformats.org/officeDocument/2006/relationships/image" Target="../media/image21.png"/><Relationship Id="rId10" Type="http://schemas.openxmlformats.org/officeDocument/2006/relationships/image" Target="../media/image3.png"/><Relationship Id="rId19" Type="http://schemas.openxmlformats.org/officeDocument/2006/relationships/slide" Target="slide24.xml"/><Relationship Id="rId31" Type="http://schemas.openxmlformats.org/officeDocument/2006/relationships/image" Target="../media/image28.sv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0.xml"/><Relationship Id="rId27" Type="http://schemas.openxmlformats.org/officeDocument/2006/relationships/image" Target="../media/image30.svg"/><Relationship Id="rId30" Type="http://schemas.openxmlformats.org/officeDocument/2006/relationships/image" Target="../media/image15.png"/></Relationships>
</file>

<file path=ppt/slides/_rels/slide30.xml.rels><?xml version="1.0" encoding="UTF-8" standalone="yes"?>
<Relationships xmlns="http://schemas.openxmlformats.org/package/2006/relationships"><Relationship Id="rId13" Type="http://schemas.openxmlformats.org/officeDocument/2006/relationships/image" Target="../media/image8.svg"/><Relationship Id="rId18" Type="http://schemas.openxmlformats.org/officeDocument/2006/relationships/slide" Target="slide25.xml"/><Relationship Id="rId26" Type="http://schemas.openxmlformats.org/officeDocument/2006/relationships/image" Target="../media/image17.png"/><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image" Target="../media/image36.svg"/><Relationship Id="rId33" Type="http://schemas.openxmlformats.org/officeDocument/2006/relationships/image" Target="../media/image7.png"/><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29" Type="http://schemas.openxmlformats.org/officeDocument/2006/relationships/image" Target="../media/image38.svg"/><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image" Target="../media/image19.png"/><Relationship Id="rId32" Type="http://schemas.openxmlformats.org/officeDocument/2006/relationships/slide" Target="slide34.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28" Type="http://schemas.openxmlformats.org/officeDocument/2006/relationships/image" Target="../media/image20.png"/><Relationship Id="rId10" Type="http://schemas.openxmlformats.org/officeDocument/2006/relationships/image" Target="../media/image3.png"/><Relationship Id="rId19" Type="http://schemas.openxmlformats.org/officeDocument/2006/relationships/slide" Target="slide27.xml"/><Relationship Id="rId31" Type="http://schemas.openxmlformats.org/officeDocument/2006/relationships/image" Target="../media/image40.svg"/><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 Id="rId27" Type="http://schemas.openxmlformats.org/officeDocument/2006/relationships/image" Target="../media/image32.svg"/><Relationship Id="rId30" Type="http://schemas.openxmlformats.org/officeDocument/2006/relationships/image" Target="../media/image21.png"/><Relationship Id="rId8"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image" Target="../media/image7.png"/><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27.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s>
</file>

<file path=ppt/slides/_rels/slide32.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26" Type="http://schemas.openxmlformats.org/officeDocument/2006/relationships/slide" Target="slide32.xml"/><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slide" Target="slide24.xml"/><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image" Target="../media/image7.png"/><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27.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s>
</file>

<file path=ppt/slides/_rels/slide33.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4.xml"/><Relationship Id="rId3" Type="http://schemas.openxmlformats.org/officeDocument/2006/relationships/slide" Target="slide33.xml"/><Relationship Id="rId21" Type="http://schemas.openxmlformats.org/officeDocument/2006/relationships/slide" Target="slide30.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27.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6.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35.xml"/><Relationship Id="rId10" Type="http://schemas.openxmlformats.org/officeDocument/2006/relationships/image" Target="../media/image3.png"/><Relationship Id="rId19" Type="http://schemas.openxmlformats.org/officeDocument/2006/relationships/slide" Target="slide25.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1.xml"/></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4.xml"/><Relationship Id="rId3" Type="http://schemas.openxmlformats.org/officeDocument/2006/relationships/slide" Target="slide33.xml"/><Relationship Id="rId21" Type="http://schemas.openxmlformats.org/officeDocument/2006/relationships/slide" Target="slide30.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27.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6.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35.xml"/><Relationship Id="rId10" Type="http://schemas.openxmlformats.org/officeDocument/2006/relationships/image" Target="../media/image3.png"/><Relationship Id="rId19" Type="http://schemas.openxmlformats.org/officeDocument/2006/relationships/slide" Target="slide25.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1.xml"/></Relationships>
</file>

<file path=ppt/slides/_rels/slide35.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4.xml"/><Relationship Id="rId26" Type="http://schemas.openxmlformats.org/officeDocument/2006/relationships/image" Target="../media/image22.png"/><Relationship Id="rId3" Type="http://schemas.openxmlformats.org/officeDocument/2006/relationships/slide" Target="slide33.xml"/><Relationship Id="rId21" Type="http://schemas.openxmlformats.org/officeDocument/2006/relationships/slide" Target="slide30.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27.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6.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35.xml"/><Relationship Id="rId10" Type="http://schemas.openxmlformats.org/officeDocument/2006/relationships/image" Target="../media/image3.png"/><Relationship Id="rId19" Type="http://schemas.openxmlformats.org/officeDocument/2006/relationships/slide" Target="slide25.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1.xml"/><Relationship Id="rId27" Type="http://schemas.openxmlformats.org/officeDocument/2006/relationships/image" Target="../media/image42.svg"/></Relationships>
</file>

<file path=ppt/slides/_rels/slide36.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37.xml"/><Relationship Id="rId26" Type="http://schemas.openxmlformats.org/officeDocument/2006/relationships/slide" Target="slide34.xml"/><Relationship Id="rId3" Type="http://schemas.openxmlformats.org/officeDocument/2006/relationships/slide" Target="slide33.xml"/><Relationship Id="rId21" Type="http://schemas.openxmlformats.org/officeDocument/2006/relationships/slide" Target="slide30.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9.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4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26.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35.xml"/><Relationship Id="rId10" Type="http://schemas.openxmlformats.org/officeDocument/2006/relationships/image" Target="../media/image3.png"/><Relationship Id="rId19" Type="http://schemas.openxmlformats.org/officeDocument/2006/relationships/slide" Target="slide38.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1.xml"/></Relationships>
</file>

<file path=ppt/slides/_rels/slide37.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39.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40.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s>
</file>

<file path=ppt/slides/_rels/slide38.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39.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40.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39.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40.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s>
</file>

<file path=ppt/slides/_rels/slide40.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8.svg"/><Relationship Id="rId18" Type="http://schemas.openxmlformats.org/officeDocument/2006/relationships/slide" Target="slide25.xml"/><Relationship Id="rId3" Type="http://schemas.openxmlformats.org/officeDocument/2006/relationships/slide" Target="slide33.xml"/><Relationship Id="rId21" Type="http://schemas.openxmlformats.org/officeDocument/2006/relationships/slide" Target="slide31.xml"/><Relationship Id="rId7" Type="http://schemas.openxmlformats.org/officeDocument/2006/relationships/slide" Target="slide5.xml"/><Relationship Id="rId12" Type="http://schemas.openxmlformats.org/officeDocument/2006/relationships/image" Target="../media/image4.png"/><Relationship Id="rId17" Type="http://schemas.openxmlformats.org/officeDocument/2006/relationships/image" Target="../media/image7.png"/><Relationship Id="rId25" Type="http://schemas.openxmlformats.org/officeDocument/2006/relationships/slide" Target="slide34.xml"/><Relationship Id="rId2" Type="http://schemas.openxmlformats.org/officeDocument/2006/relationships/slide" Target="slide4.xml"/><Relationship Id="rId16" Type="http://schemas.openxmlformats.org/officeDocument/2006/relationships/slide" Target="slide1.xml"/><Relationship Id="rId20" Type="http://schemas.openxmlformats.org/officeDocument/2006/relationships/slide" Target="slide30.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image" Target="../media/image6.svg"/><Relationship Id="rId24" Type="http://schemas.openxmlformats.org/officeDocument/2006/relationships/slide" Target="slide39.xml"/><Relationship Id="rId5" Type="http://schemas.openxmlformats.org/officeDocument/2006/relationships/image" Target="../media/image1.png"/><Relationship Id="rId15" Type="http://schemas.openxmlformats.org/officeDocument/2006/relationships/image" Target="../media/image10.svg"/><Relationship Id="rId23" Type="http://schemas.openxmlformats.org/officeDocument/2006/relationships/slide" Target="slide26.xml"/><Relationship Id="rId10" Type="http://schemas.openxmlformats.org/officeDocument/2006/relationships/image" Target="../media/image3.png"/><Relationship Id="rId19" Type="http://schemas.openxmlformats.org/officeDocument/2006/relationships/slide" Target="slide40.xml"/><Relationship Id="rId4" Type="http://schemas.openxmlformats.org/officeDocument/2006/relationships/slide" Target="slide2.xml"/><Relationship Id="rId9" Type="http://schemas.openxmlformats.org/officeDocument/2006/relationships/image" Target="../media/image4.svg"/><Relationship Id="rId14" Type="http://schemas.openxmlformats.org/officeDocument/2006/relationships/image" Target="../media/image5.png"/><Relationship Id="rId22" Type="http://schemas.openxmlformats.org/officeDocument/2006/relationships/slide" Target="slide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C2A45A-EE70-3688-F0E3-94F4361F3C95}"/>
              </a:ext>
            </a:extLst>
          </p:cNvPr>
          <p:cNvSpPr txBox="1"/>
          <p:nvPr/>
        </p:nvSpPr>
        <p:spPr>
          <a:xfrm>
            <a:off x="0" y="172833"/>
            <a:ext cx="12192000" cy="1078787"/>
          </a:xfrm>
          <a:prstGeom prst="rect">
            <a:avLst/>
          </a:prstGeom>
          <a:solidFill>
            <a:schemeClr val="bg1">
              <a:lumMod val="5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1A51E5DA-B553-6383-E559-0C0EC56E7E29}"/>
              </a:ext>
            </a:extLst>
          </p:cNvPr>
          <p:cNvSpPr txBox="1"/>
          <p:nvPr/>
        </p:nvSpPr>
        <p:spPr>
          <a:xfrm>
            <a:off x="5148201" y="3842569"/>
            <a:ext cx="2073667" cy="461665"/>
          </a:xfrm>
          <a:prstGeom prst="rect">
            <a:avLst/>
          </a:prstGeom>
          <a:solidFill>
            <a:srgbClr val="4B4B4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Student Login</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34F3D40-7C80-7FE5-AD42-6294B437D7EF}"/>
              </a:ext>
            </a:extLst>
          </p:cNvPr>
          <p:cNvSpPr txBox="1"/>
          <p:nvPr/>
        </p:nvSpPr>
        <p:spPr>
          <a:xfrm>
            <a:off x="5148201" y="4788966"/>
            <a:ext cx="2073667" cy="461665"/>
          </a:xfrm>
          <a:prstGeom prst="rect">
            <a:avLst/>
          </a:prstGeom>
          <a:solidFill>
            <a:srgbClr val="4B4B4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Teacher Login</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B558137-A769-9C53-4861-E936E88B5A4E}"/>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EC28F55-6497-60BC-0D35-D9EF332B2F7A}"/>
              </a:ext>
            </a:extLst>
          </p:cNvPr>
          <p:cNvSpPr txBox="1"/>
          <p:nvPr/>
        </p:nvSpPr>
        <p:spPr>
          <a:xfrm>
            <a:off x="7330610" y="636995"/>
            <a:ext cx="135656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B718095-26EE-0452-9FA2-88DF8CE8047B}"/>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49A0A487-29EC-533F-9087-993B0F7F817D}"/>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5678610" y="499903"/>
            <a:ext cx="506425" cy="506425"/>
          </a:xfrm>
          <a:prstGeom prst="rect">
            <a:avLst/>
          </a:prstGeom>
        </p:spPr>
      </p:pic>
      <p:sp>
        <p:nvSpPr>
          <p:cNvPr id="13" name="TextBox 12">
            <a:extLst>
              <a:ext uri="{FF2B5EF4-FFF2-40B4-BE49-F238E27FC236}">
                <a16:creationId xmlns:a16="http://schemas.microsoft.com/office/drawing/2014/main" id="{C6F9048A-21E2-90C6-BB3D-C13ED34CC6F3}"/>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9"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3BC20857-3A44-5F70-B71A-0BCF3EA3C38C}"/>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FC75CC6A-BC00-A0ED-5635-CFBB6A58435A}"/>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6892732" y="548543"/>
            <a:ext cx="546235" cy="546235"/>
          </a:xfrm>
          <a:prstGeom prst="rect">
            <a:avLst/>
          </a:prstGeom>
        </p:spPr>
      </p:pic>
      <p:sp>
        <p:nvSpPr>
          <p:cNvPr id="20" name="Rectangle 19">
            <a:extLst>
              <a:ext uri="{FF2B5EF4-FFF2-40B4-BE49-F238E27FC236}">
                <a16:creationId xmlns:a16="http://schemas.microsoft.com/office/drawing/2014/main" id="{5C73A6D1-4AA3-1DD8-B138-5A2D6F24AAC8}"/>
              </a:ext>
            </a:extLst>
          </p:cNvPr>
          <p:cNvSpPr/>
          <p:nvPr/>
        </p:nvSpPr>
        <p:spPr>
          <a:xfrm>
            <a:off x="3607509" y="1851754"/>
            <a:ext cx="5372532" cy="1754326"/>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dirty="0">
                <a:solidFill>
                  <a:schemeClr val="bg1"/>
                </a:solidFill>
                <a:latin typeface="Freestyle Script" panose="030804020302050B0404" pitchFamily="66" charset="0"/>
              </a:rPr>
              <a:t>Welcome</a:t>
            </a:r>
            <a:endParaRPr lang="en-US" sz="5400" b="1" cap="none" spc="0" dirty="0">
              <a:ln/>
              <a:solidFill>
                <a:schemeClr val="bg1"/>
              </a:solidFill>
              <a:effectLst/>
              <a:latin typeface="Freestyle Script" panose="030804020302050B0404" pitchFamily="66" charset="0"/>
            </a:endParaRPr>
          </a:p>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2A6A3A14-B6ED-8433-BDA2-40773BF847AC}"/>
              </a:ext>
            </a:extLst>
          </p:cNvPr>
          <p:cNvSpPr txBox="1"/>
          <p:nvPr/>
        </p:nvSpPr>
        <p:spPr>
          <a:xfrm>
            <a:off x="11025509" y="6425838"/>
            <a:ext cx="1138052" cy="369332"/>
          </a:xfrm>
          <a:prstGeom prst="rect">
            <a:avLst/>
          </a:prstGeom>
          <a:noFill/>
        </p:spPr>
        <p:txBody>
          <a:bodyPr wrap="square" rtlCol="0">
            <a:spAutoFit/>
          </a:bodyPr>
          <a:lstStyle/>
          <a:p>
            <a:r>
              <a:rPr lang="en-US" dirty="0" smtClean="0">
                <a:solidFill>
                  <a:srgbClr val="FFFFFF"/>
                </a:solidFill>
                <a:latin typeface="Times New Roman" panose="02020603050405020304" pitchFamily="18" charset="0"/>
                <a:cs typeface="Times New Roman" panose="02020603050405020304" pitchFamily="18" charset="0"/>
              </a:rPr>
              <a:t>Maximize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4BDC60D8-F4C4-21BC-4519-1EAFBC8C14FD}"/>
              </a:ext>
            </a:extLst>
          </p:cNvPr>
          <p:cNvSpPr txBox="1"/>
          <p:nvPr/>
        </p:nvSpPr>
        <p:spPr>
          <a:xfrm>
            <a:off x="9531285" y="6425838"/>
            <a:ext cx="1138052" cy="369332"/>
          </a:xfrm>
          <a:prstGeom prst="rect">
            <a:avLst/>
          </a:prstGeom>
          <a:noFill/>
        </p:spPr>
        <p:txBody>
          <a:bodyPr wrap="square" rtlCol="0">
            <a:spAutoFit/>
          </a:bodyPr>
          <a:lstStyle/>
          <a:p>
            <a:r>
              <a:rPr lang="en-US" dirty="0" smtClean="0">
                <a:solidFill>
                  <a:srgbClr val="FFFFFF"/>
                </a:solidFill>
                <a:latin typeface="Times New Roman" panose="02020603050405020304" pitchFamily="18" charset="0"/>
                <a:cs typeface="Times New Roman" panose="02020603050405020304" pitchFamily="18" charset="0"/>
              </a:rPr>
              <a:t>Minimize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F72DC73B-8D95-E1E4-224E-C5017EBE19EA}"/>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10685711" y="6425838"/>
            <a:ext cx="396168" cy="396168"/>
          </a:xfrm>
          <a:prstGeom prst="rect">
            <a:avLst/>
          </a:prstGeom>
        </p:spPr>
      </p:pic>
      <p:pic>
        <p:nvPicPr>
          <p:cNvPr id="28" name="Graphic 27" descr="Zoom out">
            <a:extLst>
              <a:ext uri="{FF2B5EF4-FFF2-40B4-BE49-F238E27FC236}">
                <a16:creationId xmlns:a16="http://schemas.microsoft.com/office/drawing/2014/main" id="{4424D337-3FDE-5F28-8CB7-EDE66B4FE4F1}"/>
              </a:ext>
            </a:extLst>
          </p:cNvPr>
          <p:cNvPicPr>
            <a:picLocks noChangeAspect="1"/>
          </p:cNvPicPr>
          <p:nvPr/>
        </p:nvPicPr>
        <p:blipFill>
          <a:blip r:embed="rId16">
            <a:extLst>
              <a:ext uri="{96DAC541-7B7A-43D3-8B79-37D633B846F1}">
                <asvg:svgBlip xmlns:asvg="http://schemas.microsoft.com/office/drawing/2016/SVG/main" xmlns="" r:embed="rId17"/>
              </a:ext>
            </a:extLst>
          </a:blip>
          <a:stretch>
            <a:fillRect/>
          </a:stretch>
        </p:blipFill>
        <p:spPr>
          <a:xfrm>
            <a:off x="9175113" y="6452423"/>
            <a:ext cx="412542" cy="412542"/>
          </a:xfrm>
          <a:prstGeom prst="rect">
            <a:avLst/>
          </a:prstGeom>
        </p:spPr>
      </p:pic>
      <p:sp>
        <p:nvSpPr>
          <p:cNvPr id="29" name="TextBox 28">
            <a:extLst>
              <a:ext uri="{FF2B5EF4-FFF2-40B4-BE49-F238E27FC236}">
                <a16:creationId xmlns:a16="http://schemas.microsoft.com/office/drawing/2014/main" id="{E17E7A0A-3D84-5FCF-4750-627B0AA7DB50}"/>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31" name="Graphic 30" descr="Monitor">
            <a:extLst>
              <a:ext uri="{FF2B5EF4-FFF2-40B4-BE49-F238E27FC236}">
                <a16:creationId xmlns:a16="http://schemas.microsoft.com/office/drawing/2014/main" id="{5F9BAE3E-61DE-29DA-4EE6-C857BA737630}"/>
              </a:ext>
            </a:extLst>
          </p:cNvPr>
          <p:cNvPicPr>
            <a:picLocks noChangeAspect="1"/>
          </p:cNvPicPr>
          <p:nvPr/>
        </p:nvPicPr>
        <p:blipFill>
          <a:blip r:embed="rId18">
            <a:extLst>
              <a:ext uri="{96DAC541-7B7A-43D3-8B79-37D633B846F1}">
                <asvg:svgBlip xmlns:asvg="http://schemas.microsoft.com/office/drawing/2016/SVG/main" xmlns="" r:embed="rId19"/>
              </a:ext>
            </a:extLst>
          </a:blip>
          <a:stretch>
            <a:fillRect/>
          </a:stretch>
        </p:blipFill>
        <p:spPr>
          <a:xfrm>
            <a:off x="1506289" y="6467063"/>
            <a:ext cx="369332" cy="369332"/>
          </a:xfrm>
          <a:prstGeom prst="rect">
            <a:avLst/>
          </a:prstGeom>
        </p:spPr>
      </p:pic>
      <p:grpSp>
        <p:nvGrpSpPr>
          <p:cNvPr id="21" name="Group 20">
            <a:extLst>
              <a:ext uri="{FF2B5EF4-FFF2-40B4-BE49-F238E27FC236}">
                <a16:creationId xmlns:a16="http://schemas.microsoft.com/office/drawing/2014/main" id="{CBF41B92-0EE5-9752-DE3A-C718C042250F}"/>
              </a:ext>
            </a:extLst>
          </p:cNvPr>
          <p:cNvGrpSpPr/>
          <p:nvPr/>
        </p:nvGrpSpPr>
        <p:grpSpPr>
          <a:xfrm>
            <a:off x="10276764" y="1251620"/>
            <a:ext cx="1886798" cy="3880703"/>
            <a:chOff x="10685711" y="1251620"/>
            <a:chExt cx="1506289" cy="3880703"/>
          </a:xfrm>
        </p:grpSpPr>
        <p:sp>
          <p:nvSpPr>
            <p:cNvPr id="19" name="Rectangle 18">
              <a:extLst>
                <a:ext uri="{FF2B5EF4-FFF2-40B4-BE49-F238E27FC236}">
                  <a16:creationId xmlns:a16="http://schemas.microsoft.com/office/drawing/2014/main" id="{C7E91DB4-9A4E-ED7B-E904-72EF1E45E542}"/>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a:extLst>
                <a:ext uri="{FF2B5EF4-FFF2-40B4-BE49-F238E27FC236}">
                  <a16:creationId xmlns:a16="http://schemas.microsoft.com/office/drawing/2014/main" id="{72738DB5-5955-EA65-689F-7DF0B0FD6CD1}"/>
                </a:ext>
              </a:extLst>
            </p:cNvPr>
            <p:cNvGrpSpPr/>
            <p:nvPr/>
          </p:nvGrpSpPr>
          <p:grpSpPr>
            <a:xfrm>
              <a:off x="10883795" y="1355041"/>
              <a:ext cx="1251032" cy="3299152"/>
              <a:chOff x="10902592" y="1319260"/>
              <a:chExt cx="1251032" cy="3355482"/>
            </a:xfrm>
          </p:grpSpPr>
          <p:sp>
            <p:nvSpPr>
              <p:cNvPr id="6" name="Rectangle 5">
                <a:extLst>
                  <a:ext uri="{FF2B5EF4-FFF2-40B4-BE49-F238E27FC236}">
                    <a16:creationId xmlns:a16="http://schemas.microsoft.com/office/drawing/2014/main" id="{2C2067B5-DAAF-D115-6B89-44EB1EE381FF}"/>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7BB08832-F382-FB75-EEC9-10633030454A}"/>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BE9405B5-E846-CE66-51A0-B8BFE4ED41C3}"/>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A73AF877-3878-8AA5-2478-A9115E8F71E6}"/>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7A0C1ECF-4B34-9917-2C3D-6C60F6AE04C1}"/>
                  </a:ext>
                </a:extLst>
              </p:cNvPr>
              <p:cNvSpPr txBox="1"/>
              <p:nvPr/>
            </p:nvSpPr>
            <p:spPr>
              <a:xfrm>
                <a:off x="10920758" y="1319260"/>
                <a:ext cx="1153756" cy="657367"/>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Navigation Bar</a:t>
                </a:r>
                <a:endParaRPr lang="en-IN" dirty="0">
                  <a:latin typeface="Times New Roman" panose="02020603050405020304" pitchFamily="18" charset="0"/>
                  <a:cs typeface="Times New Roman" panose="02020603050405020304" pitchFamily="18" charset="0"/>
                </a:endParaRPr>
              </a:p>
            </p:txBody>
          </p:sp>
        </p:grpSp>
      </p:grpSp>
      <p:sp>
        <p:nvSpPr>
          <p:cNvPr id="25" name="TextBox 24">
            <a:extLst>
              <a:ext uri="{FF2B5EF4-FFF2-40B4-BE49-F238E27FC236}">
                <a16:creationId xmlns:a16="http://schemas.microsoft.com/office/drawing/2014/main" id="{D88B4A43-DB5F-145E-87CC-F6DD82C9C34D}"/>
              </a:ext>
            </a:extLst>
          </p:cNvPr>
          <p:cNvSpPr txBox="1"/>
          <p:nvPr/>
        </p:nvSpPr>
        <p:spPr>
          <a:xfrm>
            <a:off x="5148200" y="5735363"/>
            <a:ext cx="2073667" cy="461665"/>
          </a:xfrm>
          <a:prstGeom prst="rect">
            <a:avLst/>
          </a:prstGeom>
          <a:solidFill>
            <a:srgbClr val="4B4B4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Admin Login</a:t>
            </a:r>
            <a:endParaRPr lang="en-IN" sz="2400" dirty="0">
              <a:solidFill>
                <a:schemeClr val="bg1"/>
              </a:solidFill>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A59E8BB3-D213-8156-B8F5-2082C49A09EB}"/>
              </a:ext>
            </a:extLst>
          </p:cNvPr>
          <p:cNvPicPr>
            <a:picLocks noChangeAspect="1"/>
          </p:cNvPicPr>
          <p:nvPr/>
        </p:nvPicPr>
        <p:blipFill>
          <a:blip r:embed="rId21"/>
          <a:stretch>
            <a:fillRect/>
          </a:stretch>
        </p:blipFill>
        <p:spPr>
          <a:xfrm>
            <a:off x="395866" y="1755715"/>
            <a:ext cx="2510763" cy="2548519"/>
          </a:xfrm>
          <a:prstGeom prst="rect">
            <a:avLst/>
          </a:prstGeom>
        </p:spPr>
      </p:pic>
    </p:spTree>
    <p:extLst>
      <p:ext uri="{BB962C8B-B14F-4D97-AF65-F5344CB8AC3E}">
        <p14:creationId xmlns:p14="http://schemas.microsoft.com/office/powerpoint/2010/main" val="4233742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5117CE74-E570-6C86-4523-96000BFF55D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A06201-92E3-5B01-3909-5A2032D81BAB}"/>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9FF8680E-8168-25F9-2711-74E78634CACD}"/>
              </a:ext>
            </a:extLst>
          </p:cNvPr>
          <p:cNvSpPr txBox="1"/>
          <p:nvPr/>
        </p:nvSpPr>
        <p:spPr>
          <a:xfrm>
            <a:off x="3082246" y="1761745"/>
            <a:ext cx="6505409" cy="3785652"/>
          </a:xfrm>
          <a:prstGeom prst="rect">
            <a:avLst/>
          </a:prstGeom>
          <a:noFill/>
          <a:ln>
            <a:noFill/>
          </a:ln>
          <a:effectLst>
            <a:outerShdw blurRad="44450" dist="27940" dir="5400000" algn="ctr">
              <a:srgbClr val="000000">
                <a:alpha val="32000"/>
              </a:srgbClr>
            </a:outerShdw>
          </a:effectLst>
        </p:spPr>
        <p:txBody>
          <a:bodyPr wrap="square" rtlCol="0">
            <a:spAutoFit/>
          </a:bodyPr>
          <a:lstStyle/>
          <a:p>
            <a:pPr algn="just">
              <a:buNone/>
            </a:pPr>
            <a:r>
              <a:rPr lang="en-US" sz="2400" dirty="0">
                <a:solidFill>
                  <a:schemeClr val="bg1"/>
                </a:solidFill>
                <a:latin typeface="Times New Roman" panose="02020603050405020304" pitchFamily="18" charset="0"/>
                <a:cs typeface="Times New Roman" panose="02020603050405020304" pitchFamily="18" charset="0"/>
              </a:rPr>
              <a:t>VVVC INSIGHTS is a learner-friendly Learning Management System designed to meet the unique needs of visually impaired students. With real-time audio access to study materials, voice-enabled quizzes, and tools for independent learning, our platform fosters inclusive education and self-paced progress.</a:t>
            </a:r>
          </a:p>
          <a:p>
            <a:pPr algn="just">
              <a:buNone/>
            </a:pP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Learn better, Live Brighter — with VVVC </a:t>
            </a:r>
            <a:r>
              <a:rPr lang="en-US" sz="2400" dirty="0" smtClean="0">
                <a:solidFill>
                  <a:schemeClr val="bg1"/>
                </a:solidFill>
                <a:latin typeface="Times New Roman" panose="02020603050405020304" pitchFamily="18" charset="0"/>
                <a:cs typeface="Times New Roman" panose="02020603050405020304" pitchFamily="18" charset="0"/>
              </a:rPr>
              <a:t>INSIGHTS</a:t>
            </a:r>
            <a:r>
              <a:rPr lang="en-US" sz="2400" dirty="0">
                <a:solidFill>
                  <a:schemeClr val="bg1"/>
                </a:solidFill>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FBADC1AE-7F82-BB4D-4B02-D3B8E0DC7581}"/>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A83F617-51A5-0566-EB21-453B495B46E6}"/>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26156F5-D509-619D-6057-79C2FE2CB395}"/>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9D18F17-FFB9-3365-6A58-B4249E6ED273}"/>
              </a:ext>
            </a:extLst>
          </p:cNvPr>
          <p:cNvSpPr txBox="1"/>
          <p:nvPr/>
        </p:nvSpPr>
        <p:spPr>
          <a:xfrm>
            <a:off x="6119962" y="636995"/>
            <a:ext cx="791118"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253F5F4F-6C22-6444-591A-12C367C8FD54}"/>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67E6E264-0477-232C-0077-62C6360984B9}"/>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8"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CCC790F7-CDF3-E99F-B364-EA520DE04C80}"/>
              </a:ext>
            </a:extLst>
          </p:cNvPr>
          <p:cNvPicPr>
            <a:picLocks noChangeAspect="1"/>
          </p:cNvPicPr>
          <p:nvPr/>
        </p:nvPicPr>
        <p:blipFill>
          <a:blip r:embed="rId9">
            <a:extLst>
              <a:ext uri="{96DAC541-7B7A-43D3-8B79-37D633B846F1}">
                <asvg:svgBlip xmlns:asvg="http://schemas.microsoft.com/office/drawing/2016/SVG/main" xmlns="" r:embed="rId10"/>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FF64EFCB-D5BC-6472-5D7A-4F7C2BEC439C}"/>
              </a:ext>
            </a:extLst>
          </p:cNvPr>
          <p:cNvPicPr>
            <a:picLocks noChangeAspect="1"/>
          </p:cNvPicPr>
          <p:nvPr/>
        </p:nvPicPr>
        <p:blipFill>
          <a:blip r:embed="rId11">
            <a:extLst>
              <a:ext uri="{96DAC541-7B7A-43D3-8B79-37D633B846F1}">
                <asvg:svgBlip xmlns:asvg="http://schemas.microsoft.com/office/drawing/2016/SVG/main" xmlns="" r:embed="rId12"/>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9FC2761C-3AAF-AA3F-D231-66041E9DE26F}"/>
              </a:ext>
            </a:extLst>
          </p:cNvPr>
          <p:cNvSpPr/>
          <p:nvPr/>
        </p:nvSpPr>
        <p:spPr>
          <a:xfrm>
            <a:off x="337869" y="265259"/>
            <a:ext cx="4745451"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0C68BDF3-4F51-E3E7-5B0B-036EEB1B2B20}"/>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A1F55574-C1D2-B8F4-161E-BFC058A75F6A}"/>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D111B67F-650F-874D-E7BA-B89FCF13E9D5}"/>
              </a:ext>
            </a:extLst>
          </p:cNvPr>
          <p:cNvPicPr>
            <a:picLocks noChangeAspect="1"/>
          </p:cNvPicPr>
          <p:nvPr/>
        </p:nvPicPr>
        <p:blipFill>
          <a:blip r:embed="rId13">
            <a:extLst>
              <a:ext uri="{96DAC541-7B7A-43D3-8B79-37D633B846F1}">
                <asvg:svgBlip xmlns:asvg="http://schemas.microsoft.com/office/drawing/2016/SVG/main" xmlns="" r:embed="rId14"/>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310DB790-3BE9-D942-9E9A-3024B99D2D57}"/>
              </a:ext>
            </a:extLst>
          </p:cNvPr>
          <p:cNvPicPr>
            <a:picLocks noChangeAspect="1"/>
          </p:cNvPicPr>
          <p:nvPr/>
        </p:nvPicPr>
        <p:blipFill>
          <a:blip r:embed="rId15">
            <a:extLst>
              <a:ext uri="{96DAC541-7B7A-43D3-8B79-37D633B846F1}">
                <asvg:svgBlip xmlns:asvg="http://schemas.microsoft.com/office/drawing/2016/SVG/main" xmlns="" r:embed="rId16"/>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A143495D-F8F6-2893-8EC2-98B439EE2F4A}"/>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A2F5F4B-12DA-2028-3773-E79B575DEF32}"/>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C32F1A7F-1AD6-735F-9C45-790666F4B6B3}"/>
              </a:ext>
            </a:extLst>
          </p:cNvPr>
          <p:cNvPicPr>
            <a:picLocks noChangeAspect="1"/>
          </p:cNvPicPr>
          <p:nvPr/>
        </p:nvPicPr>
        <p:blipFill>
          <a:blip r:embed="rId18">
            <a:extLst>
              <a:ext uri="{96DAC541-7B7A-43D3-8B79-37D633B846F1}">
                <asvg:svgBlip xmlns:asvg="http://schemas.microsoft.com/office/drawing/2016/SVG/main" xmlns="" r:embed="rId19"/>
              </a:ext>
            </a:extLst>
          </a:blip>
          <a:stretch>
            <a:fillRect/>
          </a:stretch>
        </p:blipFill>
        <p:spPr>
          <a:xfrm>
            <a:off x="1506289" y="6467063"/>
            <a:ext cx="369332" cy="369332"/>
          </a:xfrm>
          <a:prstGeom prst="rect">
            <a:avLst/>
          </a:prstGeom>
        </p:spPr>
      </p:pic>
      <p:grpSp>
        <p:nvGrpSpPr>
          <p:cNvPr id="11" name="Group 10">
            <a:extLst>
              <a:ext uri="{FF2B5EF4-FFF2-40B4-BE49-F238E27FC236}">
                <a16:creationId xmlns:a16="http://schemas.microsoft.com/office/drawing/2014/main" id="{83D3CCED-54D8-B9E8-727D-C3CD84E277AE}"/>
              </a:ext>
            </a:extLst>
          </p:cNvPr>
          <p:cNvGrpSpPr/>
          <p:nvPr/>
        </p:nvGrpSpPr>
        <p:grpSpPr>
          <a:xfrm>
            <a:off x="10685711" y="1266318"/>
            <a:ext cx="1477850" cy="3880703"/>
            <a:chOff x="10685711" y="1251620"/>
            <a:chExt cx="1506289" cy="3880703"/>
          </a:xfrm>
        </p:grpSpPr>
        <p:sp>
          <p:nvSpPr>
            <p:cNvPr id="16" name="Rectangle 15">
              <a:extLst>
                <a:ext uri="{FF2B5EF4-FFF2-40B4-BE49-F238E27FC236}">
                  <a16:creationId xmlns:a16="http://schemas.microsoft.com/office/drawing/2014/main" id="{85831658-C215-529D-FD9F-FFAC415A5A48}"/>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8" name="Group 17">
              <a:extLst>
                <a:ext uri="{FF2B5EF4-FFF2-40B4-BE49-F238E27FC236}">
                  <a16:creationId xmlns:a16="http://schemas.microsoft.com/office/drawing/2014/main" id="{3543F637-3946-BF81-7834-4F16B7DAF5BA}"/>
                </a:ext>
              </a:extLst>
            </p:cNvPr>
            <p:cNvGrpSpPr/>
            <p:nvPr/>
          </p:nvGrpSpPr>
          <p:grpSpPr>
            <a:xfrm>
              <a:off x="10883795" y="1355041"/>
              <a:ext cx="1251032" cy="3299152"/>
              <a:chOff x="10902592" y="1319260"/>
              <a:chExt cx="1251032" cy="3355482"/>
            </a:xfrm>
          </p:grpSpPr>
          <p:sp>
            <p:nvSpPr>
              <p:cNvPr id="19" name="Rectangle 18">
                <a:extLst>
                  <a:ext uri="{FF2B5EF4-FFF2-40B4-BE49-F238E27FC236}">
                    <a16:creationId xmlns:a16="http://schemas.microsoft.com/office/drawing/2014/main" id="{E5D902A2-FAD8-2289-32C0-95599C299B1B}"/>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D7FDFCD0-B6B0-B126-6F12-E9E6EB52B926}"/>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41CEC83F-034E-B579-8D2B-A45881182C17}"/>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3D75506E-812A-8A28-09C3-0AD5FCAE0941}"/>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0A2A2A6A-5E62-8557-DA7D-4DA51CCA987C}"/>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pic>
        <p:nvPicPr>
          <p:cNvPr id="29" name="Picture 28">
            <a:extLst>
              <a:ext uri="{FF2B5EF4-FFF2-40B4-BE49-F238E27FC236}">
                <a16:creationId xmlns:a16="http://schemas.microsoft.com/office/drawing/2014/main" id="{299FEC80-64A5-C754-E94A-F862AD5128CC}"/>
              </a:ext>
            </a:extLst>
          </p:cNvPr>
          <p:cNvPicPr>
            <a:picLocks noChangeAspect="1"/>
          </p:cNvPicPr>
          <p:nvPr/>
        </p:nvPicPr>
        <p:blipFill>
          <a:blip r:embed="rId20"/>
          <a:stretch>
            <a:fillRect/>
          </a:stretch>
        </p:blipFill>
        <p:spPr>
          <a:xfrm>
            <a:off x="395866" y="1755715"/>
            <a:ext cx="2510763" cy="2548519"/>
          </a:xfrm>
          <a:prstGeom prst="rect">
            <a:avLst/>
          </a:prstGeom>
        </p:spPr>
      </p:pic>
    </p:spTree>
    <p:extLst>
      <p:ext uri="{BB962C8B-B14F-4D97-AF65-F5344CB8AC3E}">
        <p14:creationId xmlns:p14="http://schemas.microsoft.com/office/powerpoint/2010/main" val="491932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3FEBB9F1-3BD3-588F-E2E2-6C71623DED1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EFD1FD-6E97-9027-FE52-B4EFC0D648B8}"/>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BD77EB4F-A0EE-D521-9392-52EB3231C4BC}"/>
              </a:ext>
            </a:extLst>
          </p:cNvPr>
          <p:cNvSpPr txBox="1"/>
          <p:nvPr/>
        </p:nvSpPr>
        <p:spPr>
          <a:xfrm>
            <a:off x="102355" y="1298759"/>
            <a:ext cx="10509440" cy="3785652"/>
          </a:xfrm>
          <a:prstGeom prst="rect">
            <a:avLst/>
          </a:prstGeom>
          <a:noFill/>
          <a:ln>
            <a:noFill/>
          </a:ln>
          <a:effectLst>
            <a:outerShdw blurRad="44450" dist="27940" dir="5400000" algn="ctr">
              <a:srgbClr val="000000">
                <a:alpha val="32000"/>
              </a:srgbClr>
            </a:outerShdw>
          </a:effectLst>
        </p:spPr>
        <p:txBody>
          <a:bodyPr wrap="square" rtlCol="0">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To read the Screen always say, “Begin reading the screen” and to stop say “Stop reading the screen”.</a:t>
            </a:r>
          </a:p>
          <a:p>
            <a:pPr algn="just"/>
            <a:r>
              <a:rPr lang="en-US" sz="2000" b="1" dirty="0">
                <a:solidFill>
                  <a:schemeClr val="bg1"/>
                </a:solidFill>
                <a:latin typeface="Times New Roman" panose="02020603050405020304" pitchFamily="18" charset="0"/>
                <a:cs typeface="Times New Roman" panose="02020603050405020304" pitchFamily="18" charset="0"/>
              </a:rPr>
              <a:t>Always give your response, saying “Record”. Then say “Stop”. Submit it after playing it and confirming its accuracy. </a:t>
            </a:r>
          </a:p>
          <a:p>
            <a:pPr algn="just"/>
            <a:r>
              <a:rPr lang="en-US" sz="2000" b="1" dirty="0">
                <a:solidFill>
                  <a:schemeClr val="bg1"/>
                </a:solidFill>
                <a:latin typeface="Times New Roman" panose="02020603050405020304" pitchFamily="18" charset="0"/>
                <a:cs typeface="Times New Roman" panose="02020603050405020304" pitchFamily="18" charset="0"/>
              </a:rPr>
              <a:t>Don’t say anything other than the required detail.</a:t>
            </a:r>
          </a:p>
          <a:p>
            <a:pPr algn="just"/>
            <a:r>
              <a:rPr lang="en-US" sz="2000" b="1" dirty="0">
                <a:solidFill>
                  <a:schemeClr val="bg1"/>
                </a:solidFill>
                <a:latin typeface="Times New Roman" panose="02020603050405020304" pitchFamily="18" charset="0"/>
                <a:cs typeface="Times New Roman" panose="02020603050405020304" pitchFamily="18" charset="0"/>
              </a:rPr>
              <a:t>Register: </a:t>
            </a:r>
            <a:r>
              <a:rPr lang="en-US" sz="2000" dirty="0">
                <a:solidFill>
                  <a:schemeClr val="bg1"/>
                </a:solidFill>
                <a:latin typeface="Times New Roman" panose="02020603050405020304" pitchFamily="18" charset="0"/>
                <a:cs typeface="Times New Roman" panose="02020603050405020304" pitchFamily="18" charset="0"/>
              </a:rPr>
              <a:t>Say your Institutional mail id and Date of Birth as Password to create your account. </a:t>
            </a:r>
          </a:p>
          <a:p>
            <a:pPr algn="just"/>
            <a:r>
              <a:rPr lang="en-US" sz="2000" b="1" dirty="0">
                <a:solidFill>
                  <a:schemeClr val="bg1"/>
                </a:solidFill>
                <a:latin typeface="Times New Roman" panose="02020603050405020304" pitchFamily="18" charset="0"/>
                <a:cs typeface="Times New Roman" panose="02020603050405020304" pitchFamily="18" charset="0"/>
              </a:rPr>
              <a:t>Login:</a:t>
            </a:r>
            <a:r>
              <a:rPr lang="en-US" sz="2000" dirty="0">
                <a:solidFill>
                  <a:schemeClr val="bg1"/>
                </a:solidFill>
                <a:latin typeface="Times New Roman" panose="02020603050405020304" pitchFamily="18" charset="0"/>
                <a:cs typeface="Times New Roman" panose="02020603050405020304" pitchFamily="18" charset="0"/>
              </a:rPr>
              <a:t> Say your registered email/ID and password. </a:t>
            </a:r>
          </a:p>
          <a:p>
            <a:pPr algn="just"/>
            <a:r>
              <a:rPr lang="en-US" sz="2000" b="1" dirty="0">
                <a:solidFill>
                  <a:schemeClr val="bg1"/>
                </a:solidFill>
                <a:latin typeface="Times New Roman" panose="02020603050405020304" pitchFamily="18" charset="0"/>
                <a:cs typeface="Times New Roman" panose="02020603050405020304" pitchFamily="18" charset="0"/>
              </a:rPr>
              <a:t>Profile</a:t>
            </a:r>
            <a:r>
              <a:rPr lang="en-US" sz="2000" dirty="0">
                <a:solidFill>
                  <a:schemeClr val="bg1"/>
                </a:solidFill>
                <a:latin typeface="Times New Roman" panose="02020603050405020304" pitchFamily="18" charset="0"/>
                <a:cs typeface="Times New Roman" panose="02020603050405020304" pitchFamily="18" charset="0"/>
              </a:rPr>
              <a:t>: To update your profile details, say “Open Profile”. Give your Name, Register Number, </a:t>
            </a:r>
            <a:r>
              <a:rPr lang="en-US" sz="2000" dirty="0" err="1">
                <a:solidFill>
                  <a:schemeClr val="bg1"/>
                </a:solidFill>
                <a:latin typeface="Times New Roman" panose="02020603050405020304" pitchFamily="18" charset="0"/>
                <a:cs typeface="Times New Roman" panose="02020603050405020304" pitchFamily="18" charset="0"/>
              </a:rPr>
              <a:t>Programme</a:t>
            </a:r>
            <a:r>
              <a:rPr lang="en-US" sz="2000" dirty="0">
                <a:solidFill>
                  <a:schemeClr val="bg1"/>
                </a:solidFill>
                <a:latin typeface="Times New Roman" panose="02020603050405020304" pitchFamily="18" charset="0"/>
                <a:cs typeface="Times New Roman" panose="02020603050405020304" pitchFamily="18" charset="0"/>
              </a:rPr>
              <a:t> Name, and Phone Number. Upload your photo, PWD certificate and student id card.</a:t>
            </a:r>
          </a:p>
          <a:p>
            <a:pPr algn="just"/>
            <a:r>
              <a:rPr lang="en-IN" sz="2000" b="1" dirty="0">
                <a:solidFill>
                  <a:schemeClr val="bg1"/>
                </a:solidFill>
                <a:latin typeface="Times New Roman" panose="02020603050405020304" pitchFamily="18" charset="0"/>
                <a:cs typeface="Times New Roman" panose="02020603050405020304" pitchFamily="18" charset="0"/>
              </a:rPr>
              <a:t>Courses</a:t>
            </a:r>
            <a:r>
              <a:rPr lang="en-IN" sz="2000" dirty="0">
                <a:solidFill>
                  <a:schemeClr val="bg1"/>
                </a:solidFill>
                <a:latin typeface="Times New Roman" panose="02020603050405020304" pitchFamily="18" charset="0"/>
                <a:cs typeface="Times New Roman" panose="02020603050405020304" pitchFamily="18" charset="0"/>
              </a:rPr>
              <a:t>: Say the complete title of the course you want to study and then choose the Unit and then the topic. Play the audio  lessons available.</a:t>
            </a:r>
            <a:endParaRPr lang="en-IN" sz="2000" i="1" dirty="0">
              <a:solidFill>
                <a:schemeClr val="bg1"/>
              </a:solidFill>
              <a:latin typeface="Times New Roman" panose="02020603050405020304" pitchFamily="18" charset="0"/>
              <a:cs typeface="Times New Roman" panose="02020603050405020304" pitchFamily="18" charset="0"/>
            </a:endParaRPr>
          </a:p>
          <a:p>
            <a:pPr algn="just"/>
            <a:r>
              <a:rPr lang="en-IN" sz="2000" b="1" dirty="0">
                <a:solidFill>
                  <a:schemeClr val="bg1"/>
                </a:solidFill>
                <a:latin typeface="Times New Roman" panose="02020603050405020304" pitchFamily="18" charset="0"/>
                <a:cs typeface="Times New Roman" panose="02020603050405020304" pitchFamily="18" charset="0"/>
              </a:rPr>
              <a:t>Assignment</a:t>
            </a:r>
            <a:r>
              <a:rPr lang="en-IN" sz="2000" dirty="0">
                <a:solidFill>
                  <a:schemeClr val="bg1"/>
                </a:solidFill>
                <a:latin typeface="Times New Roman" panose="02020603050405020304" pitchFamily="18" charset="0"/>
                <a:cs typeface="Times New Roman" panose="02020603050405020304" pitchFamily="18" charset="0"/>
              </a:rPr>
              <a:t>: To know about the assignment topic you are given for each </a:t>
            </a:r>
            <a:r>
              <a:rPr lang="en-IN" sz="2000" dirty="0" smtClean="0">
                <a:solidFill>
                  <a:schemeClr val="bg1"/>
                </a:solidFill>
                <a:latin typeface="Times New Roman" panose="02020603050405020304" pitchFamily="18" charset="0"/>
                <a:cs typeface="Times New Roman" panose="02020603050405020304" pitchFamily="18" charset="0"/>
              </a:rPr>
              <a:t>course</a:t>
            </a:r>
            <a:r>
              <a:rPr lang="en-IN" sz="2000" dirty="0">
                <a:solidFill>
                  <a:schemeClr val="bg1"/>
                </a:solidFill>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D7720370-20A6-E388-5C6B-DF7AC4A860FF}"/>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063087A-3040-9014-2BE4-34DB379DFA2B}"/>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97AD8F7-547A-4AB3-0B16-8E3E243797A3}"/>
              </a:ext>
            </a:extLst>
          </p:cNvPr>
          <p:cNvSpPr txBox="1"/>
          <p:nvPr/>
        </p:nvSpPr>
        <p:spPr>
          <a:xfrm>
            <a:off x="7330610" y="636995"/>
            <a:ext cx="1287321"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20D4076-2E4C-3C20-464F-929578B4645A}"/>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7E4080F7-8C4D-C938-C432-0E71A7367A3F}"/>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5737EB1D-1C16-C2CE-F720-1584047786D9}"/>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DA24B6F9-C3EE-95AD-ADAC-B5019BCCDCF3}"/>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B8151E05-3697-A4D2-24F5-1A40B169677F}"/>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ED1277E1-9A09-F9EF-B832-371869A1B418}"/>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1B692E54-1E46-2B10-C12D-1E264A69102D}"/>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203E21E-542E-3BB3-A6FC-12EB06F391DC}"/>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AB62A903-64CE-F3E5-21A4-7BFC00010B0B}"/>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504E6405-5BC8-5A44-F92B-AD269C02706F}"/>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CD105BC1-E16E-E320-4BF0-9D46DA7D23FC}"/>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CC535C8-43AE-2499-55AA-106189C8CCD7}"/>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12757A70-58B0-5B88-978A-70141A41E444}"/>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grpSp>
        <p:nvGrpSpPr>
          <p:cNvPr id="11" name="Group 10">
            <a:extLst>
              <a:ext uri="{FF2B5EF4-FFF2-40B4-BE49-F238E27FC236}">
                <a16:creationId xmlns:a16="http://schemas.microsoft.com/office/drawing/2014/main" id="{CB58D991-46B7-8815-9342-D77D93F148DD}"/>
              </a:ext>
            </a:extLst>
          </p:cNvPr>
          <p:cNvGrpSpPr/>
          <p:nvPr/>
        </p:nvGrpSpPr>
        <p:grpSpPr>
          <a:xfrm>
            <a:off x="10685712" y="1251620"/>
            <a:ext cx="1477850" cy="3880703"/>
            <a:chOff x="10685711" y="1251620"/>
            <a:chExt cx="1506289" cy="3880703"/>
          </a:xfrm>
        </p:grpSpPr>
        <p:sp>
          <p:nvSpPr>
            <p:cNvPr id="14" name="Rectangle 13">
              <a:extLst>
                <a:ext uri="{FF2B5EF4-FFF2-40B4-BE49-F238E27FC236}">
                  <a16:creationId xmlns:a16="http://schemas.microsoft.com/office/drawing/2014/main" id="{C647AFC2-320E-B5BF-478B-6746D72919A6}"/>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6" name="Group 15">
              <a:extLst>
                <a:ext uri="{FF2B5EF4-FFF2-40B4-BE49-F238E27FC236}">
                  <a16:creationId xmlns:a16="http://schemas.microsoft.com/office/drawing/2014/main" id="{D3A3CC45-71C3-F72B-22A5-43B003B1C64B}"/>
                </a:ext>
              </a:extLst>
            </p:cNvPr>
            <p:cNvGrpSpPr/>
            <p:nvPr/>
          </p:nvGrpSpPr>
          <p:grpSpPr>
            <a:xfrm>
              <a:off x="10883795" y="1355041"/>
              <a:ext cx="1251032" cy="3299152"/>
              <a:chOff x="10902592" y="1319260"/>
              <a:chExt cx="1251032" cy="3355482"/>
            </a:xfrm>
          </p:grpSpPr>
          <p:sp>
            <p:nvSpPr>
              <p:cNvPr id="18" name="Rectangle 17">
                <a:extLst>
                  <a:ext uri="{FF2B5EF4-FFF2-40B4-BE49-F238E27FC236}">
                    <a16:creationId xmlns:a16="http://schemas.microsoft.com/office/drawing/2014/main" id="{48D554AE-4C72-45F6-4E01-B8B7B0E07B44}"/>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8DFA41CB-46CD-E759-844D-824097B9753A}"/>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2E392269-0159-0163-5305-070098B3D3DE}"/>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791036DB-0AA6-FB49-0261-AFB3CD50F112}"/>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EAEE052-95B3-3BE2-DA22-1D33B76E160F}"/>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pic>
        <p:nvPicPr>
          <p:cNvPr id="29" name="Picture 28">
            <a:extLst>
              <a:ext uri="{FF2B5EF4-FFF2-40B4-BE49-F238E27FC236}">
                <a16:creationId xmlns:a16="http://schemas.microsoft.com/office/drawing/2014/main" id="{E16985C8-71DA-D88B-EED9-B5D44840546F}"/>
              </a:ext>
            </a:extLst>
          </p:cNvPr>
          <p:cNvPicPr>
            <a:picLocks noChangeAspect="1"/>
          </p:cNvPicPr>
          <p:nvPr/>
        </p:nvPicPr>
        <p:blipFill>
          <a:blip r:embed="rId19"/>
          <a:stretch>
            <a:fillRect/>
          </a:stretch>
        </p:blipFill>
        <p:spPr>
          <a:xfrm>
            <a:off x="121310" y="334827"/>
            <a:ext cx="737102" cy="748186"/>
          </a:xfrm>
          <a:prstGeom prst="rect">
            <a:avLst/>
          </a:prstGeom>
        </p:spPr>
      </p:pic>
      <p:sp>
        <p:nvSpPr>
          <p:cNvPr id="30" name="TextBox 29">
            <a:extLst>
              <a:ext uri="{FF2B5EF4-FFF2-40B4-BE49-F238E27FC236}">
                <a16:creationId xmlns:a16="http://schemas.microsoft.com/office/drawing/2014/main" id="{3DF47273-491C-7C98-DDBC-1E3C6270480A}"/>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1929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C00D198C-7483-5E45-EBB0-9DEA54B76E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B8A31B-8E24-EB14-A5B6-B1485C9BD738}"/>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4AA29CEC-FCF3-C671-2761-F4EAC6DF3DE3}"/>
              </a:ext>
            </a:extLst>
          </p:cNvPr>
          <p:cNvSpPr txBox="1"/>
          <p:nvPr/>
        </p:nvSpPr>
        <p:spPr>
          <a:xfrm>
            <a:off x="2681555" y="1638053"/>
            <a:ext cx="7633699" cy="4524315"/>
          </a:xfrm>
          <a:prstGeom prst="rect">
            <a:avLst/>
          </a:prstGeom>
          <a:noFill/>
          <a:ln>
            <a:noFill/>
          </a:ln>
          <a:effectLst>
            <a:outerShdw blurRad="44450" dist="27940" dir="5400000" algn="ctr">
              <a:srgbClr val="000000">
                <a:alpha val="32000"/>
              </a:srgbClr>
            </a:outerShdw>
          </a:effectLst>
        </p:spPr>
        <p:txBody>
          <a:bodyPr wrap="square" rtlCol="0">
            <a:spAutoFit/>
          </a:bodyPr>
          <a:lstStyle/>
          <a:p>
            <a:pPr algn="just">
              <a:buNone/>
            </a:pPr>
            <a:r>
              <a:rPr lang="en-US" sz="2400" dirty="0">
                <a:solidFill>
                  <a:schemeClr val="bg1"/>
                </a:solidFill>
              </a:rPr>
              <a:t> </a:t>
            </a:r>
            <a:r>
              <a:rPr lang="en-US" sz="2400" dirty="0" smtClean="0">
                <a:solidFill>
                  <a:schemeClr val="bg1"/>
                </a:solidFill>
              </a:rPr>
              <a:t>        </a:t>
            </a:r>
            <a:r>
              <a:rPr lang="en-US" sz="2400" dirty="0">
                <a:solidFill>
                  <a:schemeClr val="bg1"/>
                </a:solidFill>
                <a:latin typeface="Times New Roman" panose="02020603050405020304" pitchFamily="18" charset="0"/>
                <a:cs typeface="Times New Roman" panose="02020603050405020304" pitchFamily="18" charset="0"/>
              </a:rPr>
              <a:t>VVVC INSIGHTS is an inclusive educational initiative from V.V.Vanniaperumal College for Women, Virudhunagar. This internalized  LMS is built under the VVVC-MB-MRP Scheme, the Research Grant funded by the College Managing Board. It is tailored to support visually impaired students in higher education. From accessible content to interactive voice features, we aim to transform learning into an empowering experience.</a:t>
            </a:r>
          </a:p>
          <a:p>
            <a:pPr algn="just">
              <a:buNone/>
            </a:pP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Our mission: </a:t>
            </a:r>
          </a:p>
          <a:p>
            <a:pPr algn="just"/>
            <a:r>
              <a:rPr lang="en-US" sz="2400" dirty="0">
                <a:solidFill>
                  <a:schemeClr val="bg1"/>
                </a:solidFill>
                <a:latin typeface="Times New Roman" panose="02020603050405020304" pitchFamily="18" charset="0"/>
                <a:cs typeface="Times New Roman" panose="02020603050405020304" pitchFamily="18" charset="0"/>
              </a:rPr>
              <a:t>          To make education truly inclusive and accessible — for everyone.</a:t>
            </a:r>
          </a:p>
        </p:txBody>
      </p:sp>
      <p:sp>
        <p:nvSpPr>
          <p:cNvPr id="7" name="TextBox 6">
            <a:extLst>
              <a:ext uri="{FF2B5EF4-FFF2-40B4-BE49-F238E27FC236}">
                <a16:creationId xmlns:a16="http://schemas.microsoft.com/office/drawing/2014/main" id="{545F6D0D-2D60-7C27-B04E-731A4555E23F}"/>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DA7E7A6-1782-B2B1-8490-79AE8829A305}"/>
              </a:ext>
            </a:extLst>
          </p:cNvPr>
          <p:cNvSpPr txBox="1"/>
          <p:nvPr/>
        </p:nvSpPr>
        <p:spPr>
          <a:xfrm>
            <a:off x="8721692" y="636995"/>
            <a:ext cx="1122559"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66C9A01-4486-4BE3-1AB9-B522DC057423}"/>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F47B6C0-8582-4BDA-0E3B-34B746A68D2D}"/>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34F65D25-BE3F-C1A2-3585-C84AB4302ED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EE50400B-28E0-36F1-496E-56BAE1159908}"/>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4920D552-A52E-6C24-0D47-E7D4B26850E2}"/>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A3018D8C-FA45-AD92-2B06-DD83BB8AAD6B}"/>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85A4EB49-B6BC-379C-5194-85B2A51E0F63}"/>
              </a:ext>
            </a:extLst>
          </p:cNvPr>
          <p:cNvSpPr/>
          <p:nvPr/>
        </p:nvSpPr>
        <p:spPr>
          <a:xfrm>
            <a:off x="441355" y="265258"/>
            <a:ext cx="4454647"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DE572CBE-C23B-3866-8825-808526035F71}"/>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88CA1EE-423F-9539-63A6-6AE318F8C106}"/>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2E9A497F-92BD-DEC6-B727-C37214C1B118}"/>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0A19C9AB-A520-E4DA-F13F-13EB1E870619}"/>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40466A4D-5B75-2480-AC6F-AC6BC0D1F480}"/>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F0774F2-20D7-80FD-C1F2-A8352E85BCA1}"/>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A0FC12AE-13F9-56D5-BCA6-DBFE49A6683D}"/>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grpSp>
        <p:nvGrpSpPr>
          <p:cNvPr id="16" name="Group 15">
            <a:extLst>
              <a:ext uri="{FF2B5EF4-FFF2-40B4-BE49-F238E27FC236}">
                <a16:creationId xmlns:a16="http://schemas.microsoft.com/office/drawing/2014/main" id="{7282DA77-F707-2D95-5008-1DDCDCA38041}"/>
              </a:ext>
            </a:extLst>
          </p:cNvPr>
          <p:cNvGrpSpPr/>
          <p:nvPr/>
        </p:nvGrpSpPr>
        <p:grpSpPr>
          <a:xfrm>
            <a:off x="10669337" y="1285937"/>
            <a:ext cx="1477850" cy="3880703"/>
            <a:chOff x="10685711" y="1251620"/>
            <a:chExt cx="1506289" cy="3880703"/>
          </a:xfrm>
        </p:grpSpPr>
        <p:sp>
          <p:nvSpPr>
            <p:cNvPr id="18" name="Rectangle 17">
              <a:extLst>
                <a:ext uri="{FF2B5EF4-FFF2-40B4-BE49-F238E27FC236}">
                  <a16:creationId xmlns:a16="http://schemas.microsoft.com/office/drawing/2014/main" id="{D9E2D721-CB8E-331C-A813-C77B4C65074A}"/>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9" name="Group 18">
              <a:extLst>
                <a:ext uri="{FF2B5EF4-FFF2-40B4-BE49-F238E27FC236}">
                  <a16:creationId xmlns:a16="http://schemas.microsoft.com/office/drawing/2014/main" id="{44213F07-1AC9-D091-4841-CDC6DA889F56}"/>
                </a:ext>
              </a:extLst>
            </p:cNvPr>
            <p:cNvGrpSpPr/>
            <p:nvPr/>
          </p:nvGrpSpPr>
          <p:grpSpPr>
            <a:xfrm>
              <a:off x="10883795" y="1355041"/>
              <a:ext cx="1251032" cy="3299152"/>
              <a:chOff x="10902592" y="1319260"/>
              <a:chExt cx="1251032" cy="3355482"/>
            </a:xfrm>
          </p:grpSpPr>
          <p:sp>
            <p:nvSpPr>
              <p:cNvPr id="21" name="Rectangle 20">
                <a:extLst>
                  <a:ext uri="{FF2B5EF4-FFF2-40B4-BE49-F238E27FC236}">
                    <a16:creationId xmlns:a16="http://schemas.microsoft.com/office/drawing/2014/main" id="{361C0AA9-73AB-8338-D664-6E5A108E4F8F}"/>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1A8FD4FB-F305-68A3-29DF-BB42D55ABB94}"/>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ABF50899-BBAB-112A-0519-D859C1501115}"/>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BE161168-DF3E-B7B8-4EBF-E34765E43296}"/>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CEA82D2A-D2D3-4BD6-192F-C2AE0C6B0241}"/>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pic>
        <p:nvPicPr>
          <p:cNvPr id="14" name="Picture 13">
            <a:extLst>
              <a:ext uri="{FF2B5EF4-FFF2-40B4-BE49-F238E27FC236}">
                <a16:creationId xmlns:a16="http://schemas.microsoft.com/office/drawing/2014/main" id="{31A1A9D8-4C87-C56B-CD0B-49D3E9C4F4A2}"/>
              </a:ext>
            </a:extLst>
          </p:cNvPr>
          <p:cNvPicPr>
            <a:picLocks noChangeAspect="1"/>
          </p:cNvPicPr>
          <p:nvPr/>
        </p:nvPicPr>
        <p:blipFill>
          <a:blip r:embed="rId19"/>
          <a:stretch>
            <a:fillRect/>
          </a:stretch>
        </p:blipFill>
        <p:spPr>
          <a:xfrm>
            <a:off x="285472" y="1710698"/>
            <a:ext cx="2214312" cy="2247610"/>
          </a:xfrm>
          <a:prstGeom prst="rect">
            <a:avLst/>
          </a:prstGeom>
        </p:spPr>
      </p:pic>
    </p:spTree>
    <p:extLst>
      <p:ext uri="{BB962C8B-B14F-4D97-AF65-F5344CB8AC3E}">
        <p14:creationId xmlns:p14="http://schemas.microsoft.com/office/powerpoint/2010/main" val="266055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03C96939-B6D4-0318-1CB4-12BDCAF2659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E13615-D2F4-3B72-A7E4-650CCD0499AA}"/>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F1140BA9-E3CD-DCD5-5D48-4490480FF2AC}"/>
              </a:ext>
            </a:extLst>
          </p:cNvPr>
          <p:cNvSpPr txBox="1"/>
          <p:nvPr/>
        </p:nvSpPr>
        <p:spPr>
          <a:xfrm>
            <a:off x="2845941" y="1746046"/>
            <a:ext cx="7130266" cy="4985980"/>
          </a:xfrm>
          <a:prstGeom prst="rect">
            <a:avLst/>
          </a:prstGeom>
          <a:noFill/>
          <a:ln>
            <a:noFill/>
          </a:ln>
          <a:effectLst>
            <a:outerShdw blurRad="44450" dist="27940" dir="5400000" algn="ctr">
              <a:srgbClr val="000000">
                <a:alpha val="32000"/>
              </a:srgbClr>
            </a:outerShdw>
          </a:effectLst>
        </p:spPr>
        <p:txBody>
          <a:bodyPr wrap="square" rtlCol="0">
            <a:spAutoFit/>
          </a:bodyPr>
          <a:lstStyle/>
          <a:p>
            <a:pPr algn="ctr"/>
            <a:r>
              <a:rPr lang="en-US" sz="5400" b="1" dirty="0" smtClean="0">
                <a:ln/>
                <a:solidFill>
                  <a:srgbClr val="FFFF00"/>
                </a:solidFill>
              </a:rPr>
              <a:t>Project Team Members</a:t>
            </a:r>
            <a:endParaRPr lang="en-US" sz="5400" b="1" dirty="0">
              <a:ln/>
              <a:solidFill>
                <a:srgbClr val="FFFF00"/>
              </a:solidFill>
            </a:endParaRPr>
          </a:p>
          <a:p>
            <a:r>
              <a:rPr lang="en-US" sz="2400" dirty="0" smtClean="0">
                <a:solidFill>
                  <a:schemeClr val="bg1"/>
                </a:solidFill>
                <a:latin typeface="Times New Roman" panose="02020603050405020304" pitchFamily="18" charset="0"/>
                <a:cs typeface="Times New Roman" panose="02020603050405020304" pitchFamily="18" charset="0"/>
              </a:rPr>
              <a:t>Dr. K.S. </a:t>
            </a:r>
            <a:r>
              <a:rPr lang="en-US" sz="2400" dirty="0" err="1" smtClean="0">
                <a:solidFill>
                  <a:schemeClr val="bg1"/>
                </a:solidFill>
                <a:latin typeface="Times New Roman" panose="02020603050405020304" pitchFamily="18" charset="0"/>
                <a:cs typeface="Times New Roman" panose="02020603050405020304" pitchFamily="18" charset="0"/>
              </a:rPr>
              <a:t>Jeyalakshmi</a:t>
            </a:r>
            <a:endParaRPr lang="en-US" sz="2400" dirty="0">
              <a:solidFill>
                <a:schemeClr val="bg1"/>
              </a:solidFill>
              <a:latin typeface="Times New Roman" panose="02020603050405020304" pitchFamily="18" charset="0"/>
              <a:cs typeface="Times New Roman" panose="02020603050405020304" pitchFamily="18" charset="0"/>
            </a:endParaRPr>
          </a:p>
          <a:p>
            <a:pPr lvl="1"/>
            <a:r>
              <a:rPr lang="en-US" sz="2400" dirty="0">
                <a:solidFill>
                  <a:schemeClr val="bg1"/>
                </a:solidFill>
                <a:latin typeface="Times New Roman" panose="02020603050405020304" pitchFamily="18" charset="0"/>
                <a:cs typeface="Times New Roman" panose="02020603050405020304" pitchFamily="18" charset="0"/>
              </a:rPr>
              <a:t>Assistant Professor of Computer </a:t>
            </a:r>
            <a:r>
              <a:rPr lang="en-US" sz="2400" dirty="0" smtClean="0">
                <a:solidFill>
                  <a:schemeClr val="bg1"/>
                </a:solidFill>
                <a:latin typeface="Times New Roman" panose="02020603050405020304" pitchFamily="18" charset="0"/>
                <a:cs typeface="Times New Roman" panose="02020603050405020304" pitchFamily="18" charset="0"/>
              </a:rPr>
              <a:t>Applications</a:t>
            </a:r>
            <a:endParaRPr lang="en-US" sz="2400" dirty="0">
              <a:solidFill>
                <a:schemeClr val="bg1"/>
              </a:solidFill>
              <a:latin typeface="Times New Roman" panose="02020603050405020304" pitchFamily="18" charset="0"/>
              <a:cs typeface="Times New Roman" panose="02020603050405020304" pitchFamily="18" charset="0"/>
            </a:endParaRPr>
          </a:p>
          <a:p>
            <a:pPr lvl="1"/>
            <a:r>
              <a:rPr lang="en-US" sz="2400" dirty="0" smtClean="0">
                <a:solidFill>
                  <a:schemeClr val="bg1"/>
                </a:solidFill>
                <a:latin typeface="Times New Roman" panose="02020603050405020304" pitchFamily="18" charset="0"/>
                <a:cs typeface="Times New Roman" panose="02020603050405020304" pitchFamily="18" charset="0"/>
                <a:hlinkClick r:id="rId2"/>
              </a:rPr>
              <a:t>jeyalakshmi@vvvcollege.org</a:t>
            </a:r>
            <a:r>
              <a:rPr lang="en-IN" sz="2400" dirty="0">
                <a:solidFill>
                  <a:schemeClr val="bg1"/>
                </a:solidFill>
                <a:latin typeface="Times New Roman" panose="02020603050405020304" pitchFamily="18" charset="0"/>
                <a:cs typeface="Times New Roman" panose="02020603050405020304" pitchFamily="18" charset="0"/>
              </a:rPr>
              <a:t> </a:t>
            </a:r>
            <a:endParaRPr lang="en-IN" sz="2400" dirty="0" smtClean="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dirty="0" smtClean="0">
                <a:solidFill>
                  <a:schemeClr val="bg1"/>
                </a:solidFill>
                <a:latin typeface="Times New Roman" panose="02020603050405020304" pitchFamily="18" charset="0"/>
                <a:cs typeface="Times New Roman" panose="02020603050405020304" pitchFamily="18" charset="0"/>
              </a:rPr>
              <a:t>Dr. B. </a:t>
            </a:r>
            <a:r>
              <a:rPr lang="en-US" sz="2400" dirty="0" err="1" smtClean="0">
                <a:solidFill>
                  <a:schemeClr val="bg1"/>
                </a:solidFill>
                <a:latin typeface="Times New Roman" panose="02020603050405020304" pitchFamily="18" charset="0"/>
                <a:cs typeface="Times New Roman" panose="02020603050405020304" pitchFamily="18" charset="0"/>
              </a:rPr>
              <a:t>Subashini</a:t>
            </a:r>
            <a:r>
              <a:rPr lang="en-US" sz="2400" dirty="0" smtClean="0">
                <a:solidFill>
                  <a:schemeClr val="bg1"/>
                </a:solidFill>
                <a:latin typeface="Times New Roman" panose="02020603050405020304" pitchFamily="18" charset="0"/>
                <a:cs typeface="Times New Roman" panose="02020603050405020304" pitchFamily="18" charset="0"/>
              </a:rPr>
              <a:t>,</a:t>
            </a:r>
          </a:p>
          <a:p>
            <a:pPr lvl="1"/>
            <a:r>
              <a:rPr lang="en-US" sz="2400" dirty="0">
                <a:solidFill>
                  <a:schemeClr val="bg1"/>
                </a:solidFill>
                <a:latin typeface="Times New Roman" panose="02020603050405020304" pitchFamily="18" charset="0"/>
                <a:cs typeface="Times New Roman" panose="02020603050405020304" pitchFamily="18" charset="0"/>
              </a:rPr>
              <a:t>Assistant Professor of Computer Applications</a:t>
            </a:r>
          </a:p>
          <a:p>
            <a:pPr lvl="1"/>
            <a:r>
              <a:rPr lang="en-US" sz="2400" dirty="0" smtClean="0">
                <a:solidFill>
                  <a:schemeClr val="bg1"/>
                </a:solidFill>
                <a:latin typeface="Times New Roman" panose="02020603050405020304" pitchFamily="18" charset="0"/>
                <a:cs typeface="Times New Roman" panose="02020603050405020304" pitchFamily="18" charset="0"/>
                <a:hlinkClick r:id="rId3"/>
              </a:rPr>
              <a:t>subashini@vvvcollge.org</a:t>
            </a:r>
            <a:endParaRPr lang="en-US" sz="2400" dirty="0" smtClean="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dirty="0" smtClean="0">
                <a:solidFill>
                  <a:schemeClr val="bg1"/>
                </a:solidFill>
                <a:latin typeface="Times New Roman" panose="02020603050405020304" pitchFamily="18" charset="0"/>
                <a:cs typeface="Times New Roman" panose="02020603050405020304" pitchFamily="18" charset="0"/>
              </a:rPr>
              <a:t>Dr. B. </a:t>
            </a:r>
            <a:r>
              <a:rPr lang="en-US" sz="2400" dirty="0" err="1" smtClean="0">
                <a:solidFill>
                  <a:schemeClr val="bg1"/>
                </a:solidFill>
                <a:latin typeface="Times New Roman" panose="02020603050405020304" pitchFamily="18" charset="0"/>
                <a:cs typeface="Times New Roman" panose="02020603050405020304" pitchFamily="18" charset="0"/>
              </a:rPr>
              <a:t>Winmayil</a:t>
            </a:r>
            <a:endParaRPr lang="en-US" sz="2400" dirty="0" smtClean="0">
              <a:solidFill>
                <a:schemeClr val="bg1"/>
              </a:solidFill>
              <a:latin typeface="Times New Roman" panose="02020603050405020304" pitchFamily="18" charset="0"/>
              <a:cs typeface="Times New Roman" panose="02020603050405020304" pitchFamily="18" charset="0"/>
            </a:endParaRPr>
          </a:p>
          <a:p>
            <a:pPr lvl="1"/>
            <a:r>
              <a:rPr lang="en-US" sz="2400" dirty="0">
                <a:solidFill>
                  <a:schemeClr val="bg1"/>
                </a:solidFill>
                <a:latin typeface="Times New Roman" panose="02020603050405020304" pitchFamily="18" charset="0"/>
                <a:cs typeface="Times New Roman" panose="02020603050405020304" pitchFamily="18" charset="0"/>
              </a:rPr>
              <a:t>Assistant Professor </a:t>
            </a:r>
            <a:r>
              <a:rPr lang="en-US" sz="2400" dirty="0" smtClean="0">
                <a:solidFill>
                  <a:schemeClr val="bg1"/>
                </a:solidFill>
                <a:latin typeface="Times New Roman" panose="02020603050405020304" pitchFamily="18" charset="0"/>
                <a:cs typeface="Times New Roman" panose="02020603050405020304" pitchFamily="18" charset="0"/>
              </a:rPr>
              <a:t>of English</a:t>
            </a:r>
          </a:p>
          <a:p>
            <a:pPr lvl="1"/>
            <a:r>
              <a:rPr lang="en-US" sz="2400" dirty="0" smtClean="0">
                <a:solidFill>
                  <a:schemeClr val="bg1"/>
                </a:solidFill>
                <a:latin typeface="Times New Roman" panose="02020603050405020304" pitchFamily="18" charset="0"/>
                <a:cs typeface="Times New Roman" panose="02020603050405020304" pitchFamily="18" charset="0"/>
                <a:hlinkClick r:id="rId4"/>
              </a:rPr>
              <a:t>winmayil@vvvcollege.org</a:t>
            </a:r>
            <a:r>
              <a:rPr lang="en-US" sz="2400" dirty="0" smtClean="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FE46053-BB86-3D15-98FE-09A24346BB3F}"/>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ABEE1A5-F7AE-FF0D-1251-23D5A120FFCD}"/>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5DF1723-92A1-EE22-AC0D-EFE3400BEFD7}"/>
              </a:ext>
            </a:extLst>
          </p:cNvPr>
          <p:cNvSpPr txBox="1"/>
          <p:nvPr/>
        </p:nvSpPr>
        <p:spPr>
          <a:xfrm>
            <a:off x="7330610" y="636995"/>
            <a:ext cx="128732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1DCD379-F020-A05B-E4AE-8D34025823E6}"/>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0E79B90F-5A68-3CA5-51C6-A9460AB44A2B}"/>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43ABBF7A-A245-BECD-8D62-6714D75353F9}"/>
              </a:ext>
            </a:extLst>
          </p:cNvPr>
          <p:cNvSpPr txBox="1"/>
          <p:nvPr/>
        </p:nvSpPr>
        <p:spPr>
          <a:xfrm>
            <a:off x="10073436" y="636994"/>
            <a:ext cx="1025330"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0"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B391F9A6-BCA6-DCC6-2EDB-8BEF8B730475}"/>
              </a:ext>
            </a:extLst>
          </p:cNvPr>
          <p:cNvPicPr>
            <a:picLocks noChangeAspect="1"/>
          </p:cNvPicPr>
          <p:nvPr/>
        </p:nvPicPr>
        <p:blipFill>
          <a:blip r:embed="rId11">
            <a:extLst>
              <a:ext uri="{96DAC541-7B7A-43D3-8B79-37D633B846F1}">
                <asvg:svgBlip xmlns:asvg="http://schemas.microsoft.com/office/drawing/2016/SVG/main" xmlns="" r:embed="rId12"/>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693F95F9-C900-8AB1-C701-2BF8B861A2A5}"/>
              </a:ext>
            </a:extLst>
          </p:cNvPr>
          <p:cNvPicPr>
            <a:picLocks noChangeAspect="1"/>
          </p:cNvPicPr>
          <p:nvPr/>
        </p:nvPicPr>
        <p:blipFill>
          <a:blip r:embed="rId13">
            <a:extLst>
              <a:ext uri="{96DAC541-7B7A-43D3-8B79-37D633B846F1}">
                <asvg:svgBlip xmlns:asvg="http://schemas.microsoft.com/office/drawing/2016/SVG/main" xmlns="" r:embed="rId14"/>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CCA8A5DF-9DA9-B7E1-7DA0-7CD07E0D2947}"/>
              </a:ext>
            </a:extLst>
          </p:cNvPr>
          <p:cNvSpPr/>
          <p:nvPr/>
        </p:nvSpPr>
        <p:spPr>
          <a:xfrm>
            <a:off x="494233" y="265258"/>
            <a:ext cx="4256914"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53547945-6593-9443-3F63-0024700CA89C}"/>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45B2C99-AC43-8B36-52B1-A0DF58C5A621}"/>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537356D8-D495-3892-B87C-20123DDC13AC}"/>
              </a:ext>
            </a:extLst>
          </p:cNvPr>
          <p:cNvPicPr>
            <a:picLocks noChangeAspect="1"/>
          </p:cNvPicPr>
          <p:nvPr/>
        </p:nvPicPr>
        <p:blipFill>
          <a:blip r:embed="rId15">
            <a:extLst>
              <a:ext uri="{96DAC541-7B7A-43D3-8B79-37D633B846F1}">
                <asvg:svgBlip xmlns:asvg="http://schemas.microsoft.com/office/drawing/2016/SVG/main" xmlns="" r:embed="rId16"/>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8AB2250B-DA9A-C165-F78E-DFA8BC77EB7B}"/>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B42F816A-220A-3C33-578E-714F1D73585D}"/>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D73A2D8-05D6-C6AE-4524-89974D6386FD}"/>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EA18E4E1-A4BD-874D-3F40-10CE5173FF1E}"/>
              </a:ext>
            </a:extLst>
          </p:cNvPr>
          <p:cNvPicPr>
            <a:picLocks noChangeAspect="1"/>
          </p:cNvPicPr>
          <p:nvPr/>
        </p:nvPicPr>
        <p:blipFill>
          <a:blip r:embed="rId20">
            <a:extLst>
              <a:ext uri="{96DAC541-7B7A-43D3-8B79-37D633B846F1}">
                <asvg:svgBlip xmlns:asvg="http://schemas.microsoft.com/office/drawing/2016/SVG/main" xmlns="" r:embed="rId21"/>
              </a:ext>
            </a:extLst>
          </a:blip>
          <a:stretch>
            <a:fillRect/>
          </a:stretch>
        </p:blipFill>
        <p:spPr>
          <a:xfrm>
            <a:off x="1506289" y="6467063"/>
            <a:ext cx="369332" cy="369332"/>
          </a:xfrm>
          <a:prstGeom prst="rect">
            <a:avLst/>
          </a:prstGeom>
        </p:spPr>
      </p:pic>
      <p:grpSp>
        <p:nvGrpSpPr>
          <p:cNvPr id="14" name="Group 13">
            <a:extLst>
              <a:ext uri="{FF2B5EF4-FFF2-40B4-BE49-F238E27FC236}">
                <a16:creationId xmlns:a16="http://schemas.microsoft.com/office/drawing/2014/main" id="{401CCF89-19B6-27BF-BFBA-E6AE496EDEBE}"/>
              </a:ext>
            </a:extLst>
          </p:cNvPr>
          <p:cNvGrpSpPr/>
          <p:nvPr/>
        </p:nvGrpSpPr>
        <p:grpSpPr>
          <a:xfrm>
            <a:off x="10685712" y="1251620"/>
            <a:ext cx="1477850" cy="3880703"/>
            <a:chOff x="10685711" y="1251620"/>
            <a:chExt cx="1506289" cy="3880703"/>
          </a:xfrm>
        </p:grpSpPr>
        <p:sp>
          <p:nvSpPr>
            <p:cNvPr id="16" name="Rectangle 15">
              <a:extLst>
                <a:ext uri="{FF2B5EF4-FFF2-40B4-BE49-F238E27FC236}">
                  <a16:creationId xmlns:a16="http://schemas.microsoft.com/office/drawing/2014/main" id="{9BAB9530-9FBA-FE93-55AA-BFA37B50D2B1}"/>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8" name="Group 17">
              <a:extLst>
                <a:ext uri="{FF2B5EF4-FFF2-40B4-BE49-F238E27FC236}">
                  <a16:creationId xmlns:a16="http://schemas.microsoft.com/office/drawing/2014/main" id="{EB872962-DD20-A1F0-6955-F9BC08DB0304}"/>
                </a:ext>
              </a:extLst>
            </p:cNvPr>
            <p:cNvGrpSpPr/>
            <p:nvPr/>
          </p:nvGrpSpPr>
          <p:grpSpPr>
            <a:xfrm>
              <a:off x="10883795" y="1355041"/>
              <a:ext cx="1251032" cy="3299152"/>
              <a:chOff x="10902592" y="1319260"/>
              <a:chExt cx="1251032" cy="3355482"/>
            </a:xfrm>
          </p:grpSpPr>
          <p:sp>
            <p:nvSpPr>
              <p:cNvPr id="19" name="Rectangle 18">
                <a:extLst>
                  <a:ext uri="{FF2B5EF4-FFF2-40B4-BE49-F238E27FC236}">
                    <a16:creationId xmlns:a16="http://schemas.microsoft.com/office/drawing/2014/main" id="{161BC4C7-8EF3-E3DE-E03B-F75CFCC5B139}"/>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572F3F8A-92D0-33A2-36EA-5386093CD8FA}"/>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91502814-B81B-A852-3B09-D5EBF53D2BF2}"/>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7D446AAE-FC07-4836-ACB6-C4DECB32BCF9}"/>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578E307-7B36-10C9-C4A3-EDC083228BFF}"/>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pic>
        <p:nvPicPr>
          <p:cNvPr id="29" name="Picture 28">
            <a:extLst>
              <a:ext uri="{FF2B5EF4-FFF2-40B4-BE49-F238E27FC236}">
                <a16:creationId xmlns:a16="http://schemas.microsoft.com/office/drawing/2014/main" id="{5798EDF5-6592-0244-72CB-6AE2656A6CFA}"/>
              </a:ext>
            </a:extLst>
          </p:cNvPr>
          <p:cNvPicPr>
            <a:picLocks noChangeAspect="1"/>
          </p:cNvPicPr>
          <p:nvPr/>
        </p:nvPicPr>
        <p:blipFill>
          <a:blip r:embed="rId22"/>
          <a:stretch>
            <a:fillRect/>
          </a:stretch>
        </p:blipFill>
        <p:spPr>
          <a:xfrm>
            <a:off x="285472" y="1710698"/>
            <a:ext cx="2214312" cy="2247610"/>
          </a:xfrm>
          <a:prstGeom prst="rect">
            <a:avLst/>
          </a:prstGeom>
        </p:spPr>
      </p:pic>
    </p:spTree>
    <p:extLst>
      <p:ext uri="{BB962C8B-B14F-4D97-AF65-F5344CB8AC3E}">
        <p14:creationId xmlns:p14="http://schemas.microsoft.com/office/powerpoint/2010/main" val="1946768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6F624C9B-C49F-EA75-0994-A7EC205EE6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32EE92-B979-A97B-9670-4D4253F36DA7}"/>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BFE61CB4-27E3-E739-EA09-FC1C10EFC17B}"/>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4258FFB-EE42-62D6-311A-CC9637E31075}"/>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B19AA50-1A4B-6044-C9D8-7F4708FE9F52}"/>
              </a:ext>
            </a:extLst>
          </p:cNvPr>
          <p:cNvSpPr txBox="1"/>
          <p:nvPr/>
        </p:nvSpPr>
        <p:spPr>
          <a:xfrm>
            <a:off x="7330610" y="636995"/>
            <a:ext cx="128732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497E771-A4E0-B5F9-D3B2-DB485CC61B8E}"/>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D836EE50-C100-B16D-2AA3-C5DEA7CB6E4A}"/>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688421C9-48DA-A466-6DFB-A14D7F02320C}"/>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34ADAC35-27CF-2F5F-0FA5-9D07319EEA73}"/>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7DF5A768-084E-CF93-0D30-BA63DD10D81C}"/>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95670F28-8F88-2D0E-C94F-56CD0185096E}"/>
              </a:ext>
            </a:extLst>
          </p:cNvPr>
          <p:cNvSpPr/>
          <p:nvPr/>
        </p:nvSpPr>
        <p:spPr>
          <a:xfrm>
            <a:off x="505602" y="265259"/>
            <a:ext cx="4412018"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Insights</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FA159A2F-C348-D39A-5A84-FA3EA03E0E4E}"/>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67CC947-45F6-EE3D-754F-5CB315064491}"/>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74108747-6CC4-FE7B-06FC-E6E6C7D0E99F}"/>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CBBEADE2-1A50-65CD-F72F-F0C97FEDF447}"/>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08B23689-7596-8A55-F210-1DED0158F191}"/>
              </a:ext>
            </a:extLst>
          </p:cNvPr>
          <p:cNvSpPr txBox="1"/>
          <p:nvPr/>
        </p:nvSpPr>
        <p:spPr>
          <a:xfrm>
            <a:off x="11265239" y="641032"/>
            <a:ext cx="760288"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86BF6DF-7763-8D62-42E3-C925CC3ED90A}"/>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4C7C9777-9DA8-FA48-6A5A-C84543C5EE9A}"/>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29" name="Rectangle 28">
            <a:extLst>
              <a:ext uri="{FF2B5EF4-FFF2-40B4-BE49-F238E27FC236}">
                <a16:creationId xmlns:a16="http://schemas.microsoft.com/office/drawing/2014/main" id="{4076DB85-34C5-FCE0-01D8-EF4D6A8B0A60}"/>
              </a:ext>
            </a:extLst>
          </p:cNvPr>
          <p:cNvSpPr/>
          <p:nvPr/>
        </p:nvSpPr>
        <p:spPr>
          <a:xfrm>
            <a:off x="2983165" y="1683341"/>
            <a:ext cx="6902954"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solidFill>
                  <a:schemeClr val="bg1"/>
                </a:solidFill>
                <a:latin typeface="Times New Roman" panose="02020603050405020304" pitchFamily="18" charset="0"/>
                <a:cs typeface="Times New Roman" panose="02020603050405020304" pitchFamily="18" charset="0"/>
              </a:rPr>
              <a:t>Welcome to </a:t>
            </a:r>
            <a:r>
              <a:rPr lang="en-US" sz="2400" dirty="0">
                <a:ln/>
                <a:solidFill>
                  <a:schemeClr val="bg1"/>
                </a:solidFill>
                <a:latin typeface="Times New Roman" panose="02020603050405020304" pitchFamily="18" charset="0"/>
                <a:cs typeface="Times New Roman" panose="02020603050405020304" pitchFamily="18" charset="0"/>
              </a:rPr>
              <a:t>VVVC Insight</a:t>
            </a:r>
          </a:p>
        </p:txBody>
      </p:sp>
      <p:sp>
        <p:nvSpPr>
          <p:cNvPr id="32" name="TextBox 31">
            <a:extLst>
              <a:ext uri="{FF2B5EF4-FFF2-40B4-BE49-F238E27FC236}">
                <a16:creationId xmlns:a16="http://schemas.microsoft.com/office/drawing/2014/main" id="{E1C470E7-748B-056A-1DC8-3E4CF485F4C5}"/>
              </a:ext>
            </a:extLst>
          </p:cNvPr>
          <p:cNvSpPr txBox="1"/>
          <p:nvPr/>
        </p:nvSpPr>
        <p:spPr>
          <a:xfrm>
            <a:off x="4678166" y="2145006"/>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Login or </a:t>
            </a:r>
            <a:r>
              <a:rPr lang="en-US" dirty="0">
                <a:solidFill>
                  <a:schemeClr val="bg1"/>
                </a:solidFill>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Create a new account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6FF84FC7-9E6A-3485-0B15-1388FC2AF223}"/>
              </a:ext>
            </a:extLst>
          </p:cNvPr>
          <p:cNvSpPr txBox="1"/>
          <p:nvPr/>
        </p:nvSpPr>
        <p:spPr>
          <a:xfrm>
            <a:off x="4066210" y="2658881"/>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Email*</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54057BFB-A01B-59AD-62FC-9D254E03F453}"/>
              </a:ext>
            </a:extLst>
          </p:cNvPr>
          <p:cNvSpPr/>
          <p:nvPr/>
        </p:nvSpPr>
        <p:spPr>
          <a:xfrm>
            <a:off x="4818580" y="3184989"/>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6" name="TextBox 35">
            <a:extLst>
              <a:ext uri="{FF2B5EF4-FFF2-40B4-BE49-F238E27FC236}">
                <a16:creationId xmlns:a16="http://schemas.microsoft.com/office/drawing/2014/main" id="{40ABDA5B-D996-591B-D865-132C6CC4DEBC}"/>
              </a:ext>
            </a:extLst>
          </p:cNvPr>
          <p:cNvSpPr txBox="1"/>
          <p:nvPr/>
        </p:nvSpPr>
        <p:spPr>
          <a:xfrm>
            <a:off x="4066210" y="3766788"/>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7" name="Rectangle 36">
            <a:extLst>
              <a:ext uri="{FF2B5EF4-FFF2-40B4-BE49-F238E27FC236}">
                <a16:creationId xmlns:a16="http://schemas.microsoft.com/office/drawing/2014/main" id="{A78457A2-2A4A-C684-5D8E-571078820845}"/>
              </a:ext>
            </a:extLst>
          </p:cNvPr>
          <p:cNvSpPr/>
          <p:nvPr/>
        </p:nvSpPr>
        <p:spPr>
          <a:xfrm>
            <a:off x="4828854" y="4180772"/>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8" name="Rectangle 37">
            <a:extLst>
              <a:ext uri="{FF2B5EF4-FFF2-40B4-BE49-F238E27FC236}">
                <a16:creationId xmlns:a16="http://schemas.microsoft.com/office/drawing/2014/main" id="{4E96AB08-740B-4EAF-F9EF-E1F35E977E58}"/>
              </a:ext>
            </a:extLst>
          </p:cNvPr>
          <p:cNvSpPr/>
          <p:nvPr/>
        </p:nvSpPr>
        <p:spPr>
          <a:xfrm>
            <a:off x="5678611" y="5188449"/>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Login</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DA003E4A-7A3F-07BA-FB07-82BF0B385F31}"/>
              </a:ext>
            </a:extLst>
          </p:cNvPr>
          <p:cNvSpPr txBox="1"/>
          <p:nvPr/>
        </p:nvSpPr>
        <p:spPr>
          <a:xfrm>
            <a:off x="5617084" y="4784778"/>
            <a:ext cx="1794958"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Forgot 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5B080A08-61D4-E976-B08A-457C091BBDAB}"/>
              </a:ext>
            </a:extLst>
          </p:cNvPr>
          <p:cNvSpPr/>
          <p:nvPr/>
        </p:nvSpPr>
        <p:spPr>
          <a:xfrm>
            <a:off x="5708363" y="5753585"/>
            <a:ext cx="2058578"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Login with Gmail</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A3597469-C765-0574-64BD-8DAB227E8B6C}"/>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5350792" y="5758125"/>
            <a:ext cx="357571" cy="357571"/>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07333769-8052-7D56-87D5-2C94F8BCA0DE}"/>
              </a:ext>
            </a:extLst>
          </p:cNvPr>
          <p:cNvGrpSpPr/>
          <p:nvPr/>
        </p:nvGrpSpPr>
        <p:grpSpPr>
          <a:xfrm>
            <a:off x="10643276" y="1401172"/>
            <a:ext cx="1477850" cy="3880703"/>
            <a:chOff x="10685711" y="1251620"/>
            <a:chExt cx="1506289" cy="3880703"/>
          </a:xfrm>
        </p:grpSpPr>
        <p:sp>
          <p:nvSpPr>
            <p:cNvPr id="19" name="Rectangle 18">
              <a:extLst>
                <a:ext uri="{FF2B5EF4-FFF2-40B4-BE49-F238E27FC236}">
                  <a16:creationId xmlns:a16="http://schemas.microsoft.com/office/drawing/2014/main" id="{7EFAC872-8FC8-C01B-5AD3-4CED799FC5ED}"/>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0DE64C97-8F30-106F-A05E-6DE480CA6318}"/>
                </a:ext>
              </a:extLst>
            </p:cNvPr>
            <p:cNvGrpSpPr/>
            <p:nvPr/>
          </p:nvGrpSpPr>
          <p:grpSpPr>
            <a:xfrm>
              <a:off x="10883795" y="1355041"/>
              <a:ext cx="1251032" cy="3299152"/>
              <a:chOff x="10902592" y="1319260"/>
              <a:chExt cx="1251032" cy="3355482"/>
            </a:xfrm>
          </p:grpSpPr>
          <p:sp>
            <p:nvSpPr>
              <p:cNvPr id="22" name="Rectangle 21">
                <a:extLst>
                  <a:ext uri="{FF2B5EF4-FFF2-40B4-BE49-F238E27FC236}">
                    <a16:creationId xmlns:a16="http://schemas.microsoft.com/office/drawing/2014/main" id="{DADD78B9-BB3B-9726-A8A5-BE76EF6ED2E9}"/>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696DB926-AF50-6129-AC37-F6786DDF291C}"/>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5937D480-634A-5EA2-15E2-832631A43630}"/>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6AB54A69-578C-7EC7-E7B3-74255CBEF544}"/>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537A324B-90C9-4392-B708-9DD93DE62FF4}"/>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pic>
        <p:nvPicPr>
          <p:cNvPr id="11" name="Picture 10">
            <a:extLst>
              <a:ext uri="{FF2B5EF4-FFF2-40B4-BE49-F238E27FC236}">
                <a16:creationId xmlns:a16="http://schemas.microsoft.com/office/drawing/2014/main" id="{F2801D7B-DF3D-5DAA-13B7-CE399AEDFD01}"/>
              </a:ext>
            </a:extLst>
          </p:cNvPr>
          <p:cNvPicPr>
            <a:picLocks noChangeAspect="1"/>
          </p:cNvPicPr>
          <p:nvPr/>
        </p:nvPicPr>
        <p:blipFill>
          <a:blip r:embed="rId23"/>
          <a:stretch>
            <a:fillRect/>
          </a:stretch>
        </p:blipFill>
        <p:spPr>
          <a:xfrm>
            <a:off x="285472" y="1710698"/>
            <a:ext cx="2214312" cy="2247610"/>
          </a:xfrm>
          <a:prstGeom prst="rect">
            <a:avLst/>
          </a:prstGeom>
        </p:spPr>
      </p:pic>
      <p:sp>
        <p:nvSpPr>
          <p:cNvPr id="14" name="TextBox 13">
            <a:extLst>
              <a:ext uri="{FF2B5EF4-FFF2-40B4-BE49-F238E27FC236}">
                <a16:creationId xmlns:a16="http://schemas.microsoft.com/office/drawing/2014/main" id="{ADC8C769-5546-915F-8FB1-E7C9FF95F4B5}"/>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205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357BE0D9-E7C1-EFF4-7D61-EC6BADC501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482A39-857F-43C3-D871-3E157F466754}"/>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C4C607C2-E8EE-855D-3D0A-028A94F0A340}"/>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579AE1F-1B3F-EECF-5559-3A460AD80534}"/>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560C26C-7109-099A-7FD3-4CD42BA6C196}"/>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A3A9098-EF25-A427-E4DB-E58D95B29F14}"/>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BC8E5A72-2FB7-83D7-A82C-79D7F7F261D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4452D42D-434D-9D19-4D14-7225DCDB20E5}"/>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37C2A378-C569-D4C0-0CAF-8FEE9779232D}"/>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0DD08D8B-36ED-71D6-DECE-969F95C618C0}"/>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009348FE-575B-A857-FA72-C107F860DBE3}"/>
              </a:ext>
            </a:extLst>
          </p:cNvPr>
          <p:cNvSpPr/>
          <p:nvPr/>
        </p:nvSpPr>
        <p:spPr>
          <a:xfrm>
            <a:off x="58829" y="265259"/>
            <a:ext cx="4739629"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FF1C8772-4EEC-32CC-AFD0-D5B3DC7207E1}"/>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EEEBB043-2F36-65CA-1AFF-CFE1A033562F}"/>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2ABC07A1-2D21-8D87-4E42-2551EAC8B6D6}"/>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28C108C6-F327-9225-7507-6FFEBD01F5CA}"/>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BA20F105-B746-21C3-8127-8005677E5712}"/>
              </a:ext>
            </a:extLst>
          </p:cNvPr>
          <p:cNvSpPr txBox="1"/>
          <p:nvPr/>
        </p:nvSpPr>
        <p:spPr>
          <a:xfrm>
            <a:off x="11265239" y="641032"/>
            <a:ext cx="760288"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12C2AC3-EE68-8931-74AF-C925BD58019C}"/>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FE3DCD17-341D-BF04-EF6A-30419E863A88}"/>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11" name="Rectangle 10">
            <a:extLst>
              <a:ext uri="{FF2B5EF4-FFF2-40B4-BE49-F238E27FC236}">
                <a16:creationId xmlns:a16="http://schemas.microsoft.com/office/drawing/2014/main" id="{6D06B1A2-B9D6-74BA-7665-1812FDB94398}"/>
              </a:ext>
            </a:extLst>
          </p:cNvPr>
          <p:cNvSpPr/>
          <p:nvPr/>
        </p:nvSpPr>
        <p:spPr>
          <a:xfrm>
            <a:off x="2983165" y="1683341"/>
            <a:ext cx="6902954"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solidFill>
                  <a:schemeClr val="bg1"/>
                </a:solidFill>
                <a:latin typeface="Times New Roman" panose="02020603050405020304" pitchFamily="18" charset="0"/>
                <a:cs typeface="Times New Roman" panose="02020603050405020304" pitchFamily="18" charset="0"/>
              </a:rPr>
              <a:t>Welcome to </a:t>
            </a:r>
            <a:r>
              <a:rPr lang="en-US" sz="2400" dirty="0">
                <a:ln/>
                <a:solidFill>
                  <a:schemeClr val="bg1"/>
                </a:solidFill>
                <a:latin typeface="Times New Roman" panose="02020603050405020304" pitchFamily="18" charset="0"/>
                <a:cs typeface="Times New Roman" panose="02020603050405020304" pitchFamily="18" charset="0"/>
              </a:rPr>
              <a:t>VVVC Insight</a:t>
            </a:r>
          </a:p>
        </p:txBody>
      </p:sp>
      <p:sp>
        <p:nvSpPr>
          <p:cNvPr id="14" name="TextBox 13">
            <a:extLst>
              <a:ext uri="{FF2B5EF4-FFF2-40B4-BE49-F238E27FC236}">
                <a16:creationId xmlns:a16="http://schemas.microsoft.com/office/drawing/2014/main" id="{EAF9125C-360B-6379-A8D4-A38CFAE24C2D}"/>
              </a:ext>
            </a:extLst>
          </p:cNvPr>
          <p:cNvSpPr txBox="1"/>
          <p:nvPr/>
        </p:nvSpPr>
        <p:spPr>
          <a:xfrm>
            <a:off x="4678166" y="2145006"/>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Login or </a:t>
            </a:r>
            <a:r>
              <a:rPr lang="en-US" dirty="0">
                <a:solidFill>
                  <a:schemeClr val="bg1"/>
                </a:solidFill>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Create a new account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411DF7E-CCA4-F6A3-CA9E-4027C673A5CD}"/>
              </a:ext>
            </a:extLst>
          </p:cNvPr>
          <p:cNvSpPr txBox="1"/>
          <p:nvPr/>
        </p:nvSpPr>
        <p:spPr>
          <a:xfrm>
            <a:off x="4066210" y="2658881"/>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Email*</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F1173AE-5C59-9D66-3E58-422811EB0B38}"/>
              </a:ext>
            </a:extLst>
          </p:cNvPr>
          <p:cNvSpPr/>
          <p:nvPr/>
        </p:nvSpPr>
        <p:spPr>
          <a:xfrm>
            <a:off x="4818580" y="3184989"/>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9" name="TextBox 18">
            <a:extLst>
              <a:ext uri="{FF2B5EF4-FFF2-40B4-BE49-F238E27FC236}">
                <a16:creationId xmlns:a16="http://schemas.microsoft.com/office/drawing/2014/main" id="{06980C1B-D6F7-A9DA-0578-EEE4F360A64A}"/>
              </a:ext>
            </a:extLst>
          </p:cNvPr>
          <p:cNvSpPr txBox="1"/>
          <p:nvPr/>
        </p:nvSpPr>
        <p:spPr>
          <a:xfrm>
            <a:off x="4066210" y="3766788"/>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79CB4622-657C-F9CF-5A43-72E49FE6E371}"/>
              </a:ext>
            </a:extLst>
          </p:cNvPr>
          <p:cNvSpPr/>
          <p:nvPr/>
        </p:nvSpPr>
        <p:spPr>
          <a:xfrm>
            <a:off x="4828854" y="4180772"/>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2" name="Rectangle 21">
            <a:extLst>
              <a:ext uri="{FF2B5EF4-FFF2-40B4-BE49-F238E27FC236}">
                <a16:creationId xmlns:a16="http://schemas.microsoft.com/office/drawing/2014/main" id="{A0827F90-2489-2151-AEAA-37E3CF193284}"/>
              </a:ext>
            </a:extLst>
          </p:cNvPr>
          <p:cNvSpPr/>
          <p:nvPr/>
        </p:nvSpPr>
        <p:spPr>
          <a:xfrm>
            <a:off x="5678611" y="5188449"/>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Login</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08EFDCB-BCC5-2B79-6E48-9B0936DB5F70}"/>
              </a:ext>
            </a:extLst>
          </p:cNvPr>
          <p:cNvSpPr txBox="1"/>
          <p:nvPr/>
        </p:nvSpPr>
        <p:spPr>
          <a:xfrm>
            <a:off x="5617084" y="4784778"/>
            <a:ext cx="1794958"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Forgot 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4660F18B-706F-4BE6-1103-EB31DE01A405}"/>
              </a:ext>
            </a:extLst>
          </p:cNvPr>
          <p:cNvSpPr/>
          <p:nvPr/>
        </p:nvSpPr>
        <p:spPr>
          <a:xfrm>
            <a:off x="5708363" y="5753585"/>
            <a:ext cx="2058578"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Login with Gmail</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29" name="Picture 2">
            <a:extLst>
              <a:ext uri="{FF2B5EF4-FFF2-40B4-BE49-F238E27FC236}">
                <a16:creationId xmlns:a16="http://schemas.microsoft.com/office/drawing/2014/main" id="{F5B4984C-7481-8255-2127-A53D0D4F209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350792" y="5758125"/>
            <a:ext cx="357571" cy="35757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004D05F5-4EA3-A2DE-DCD6-48FA47B6C1AA}"/>
              </a:ext>
            </a:extLst>
          </p:cNvPr>
          <p:cNvPicPr>
            <a:picLocks noChangeAspect="1"/>
          </p:cNvPicPr>
          <p:nvPr/>
        </p:nvPicPr>
        <p:blipFill>
          <a:blip r:embed="rId24"/>
          <a:stretch>
            <a:fillRect/>
          </a:stretch>
        </p:blipFill>
        <p:spPr>
          <a:xfrm>
            <a:off x="285472" y="1710698"/>
            <a:ext cx="2214312" cy="2247610"/>
          </a:xfrm>
          <a:prstGeom prst="rect">
            <a:avLst/>
          </a:prstGeom>
        </p:spPr>
      </p:pic>
      <p:sp>
        <p:nvSpPr>
          <p:cNvPr id="31" name="TextBox 30">
            <a:extLst>
              <a:ext uri="{FF2B5EF4-FFF2-40B4-BE49-F238E27FC236}">
                <a16:creationId xmlns:a16="http://schemas.microsoft.com/office/drawing/2014/main" id="{895A8FE2-BDB0-2CCD-4688-16DF94E14DAA}"/>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9831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38B2-2280-54C7-90DF-5278B6CCED7C}"/>
              </a:ext>
            </a:extLst>
          </p:cNvPr>
          <p:cNvSpPr>
            <a:spLocks noGrp="1"/>
          </p:cNvSpPr>
          <p:nvPr>
            <p:ph type="title"/>
          </p:nvPr>
        </p:nvSpPr>
        <p:spPr>
          <a:xfrm>
            <a:off x="838200" y="365125"/>
            <a:ext cx="10515600" cy="652017"/>
          </a:xfrm>
        </p:spPr>
        <p:txBody>
          <a:bodyPr>
            <a:normAutofit/>
          </a:bodyPr>
          <a:lstStyle/>
          <a:p>
            <a:r>
              <a:rPr lang="en-US" sz="2800" dirty="0">
                <a:solidFill>
                  <a:schemeClr val="bg1"/>
                </a:solidFill>
              </a:rPr>
              <a:t>       Sign in with Google</a:t>
            </a:r>
            <a:endParaRPr lang="en-IN" sz="2800" dirty="0">
              <a:solidFill>
                <a:schemeClr val="bg1"/>
              </a:solidFill>
            </a:endParaRPr>
          </a:p>
        </p:txBody>
      </p:sp>
      <p:sp>
        <p:nvSpPr>
          <p:cNvPr id="3" name="Content Placeholder 2">
            <a:extLst>
              <a:ext uri="{FF2B5EF4-FFF2-40B4-BE49-F238E27FC236}">
                <a16:creationId xmlns:a16="http://schemas.microsoft.com/office/drawing/2014/main" id="{8CF4FF49-0527-5497-F703-73AB67036234}"/>
              </a:ext>
            </a:extLst>
          </p:cNvPr>
          <p:cNvSpPr>
            <a:spLocks noGrp="1"/>
          </p:cNvSpPr>
          <p:nvPr>
            <p:ph idx="1"/>
          </p:nvPr>
        </p:nvSpPr>
        <p:spPr>
          <a:solidFill>
            <a:schemeClr val="bg1">
              <a:lumMod val="50000"/>
            </a:schemeClr>
          </a:solidFill>
        </p:spPr>
        <p:txBody>
          <a:bodyPr/>
          <a:lstStyle/>
          <a:p>
            <a:pPr marL="0" indent="0">
              <a:buNone/>
            </a:pPr>
            <a:r>
              <a:rPr lang="en-US" dirty="0">
                <a:solidFill>
                  <a:schemeClr val="bg1"/>
                </a:solidFill>
              </a:rPr>
              <a:t>Choose/Sign in an account</a:t>
            </a:r>
          </a:p>
          <a:p>
            <a:pPr marL="0" indent="0">
              <a:buNone/>
            </a:pPr>
            <a:r>
              <a:rPr lang="en-US" dirty="0">
                <a:solidFill>
                  <a:schemeClr val="bg1"/>
                </a:solidFill>
              </a:rPr>
              <a:t>To continue to VVVC Insights</a:t>
            </a:r>
            <a:endParaRPr lang="en-IN" dirty="0">
              <a:solidFill>
                <a:schemeClr val="bg1"/>
              </a:solidFill>
            </a:endParaRPr>
          </a:p>
        </p:txBody>
      </p:sp>
      <p:pic>
        <p:nvPicPr>
          <p:cNvPr id="4" name="Picture 2">
            <a:extLst>
              <a:ext uri="{FF2B5EF4-FFF2-40B4-BE49-F238E27FC236}">
                <a16:creationId xmlns:a16="http://schemas.microsoft.com/office/drawing/2014/main" id="{AD373150-1F2A-B3DB-B40A-8ABB4BF5C26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502251"/>
            <a:ext cx="357571" cy="3575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5633C5D-C7A2-0FD5-57F8-A031F7153CC6}"/>
              </a:ext>
            </a:extLst>
          </p:cNvPr>
          <p:cNvSpPr txBox="1"/>
          <p:nvPr/>
        </p:nvSpPr>
        <p:spPr>
          <a:xfrm>
            <a:off x="2617554" y="3213686"/>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Email*</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03D1BC4-4AF8-77D0-467A-F0CF0FCA60F7}"/>
              </a:ext>
            </a:extLst>
          </p:cNvPr>
          <p:cNvSpPr/>
          <p:nvPr/>
        </p:nvSpPr>
        <p:spPr>
          <a:xfrm>
            <a:off x="3369924" y="3739794"/>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11308C94-9FF4-2046-3585-0DA6C3816FF9}"/>
              </a:ext>
            </a:extLst>
          </p:cNvPr>
          <p:cNvSpPr txBox="1"/>
          <p:nvPr/>
        </p:nvSpPr>
        <p:spPr>
          <a:xfrm>
            <a:off x="2617554" y="4321593"/>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862A039-3B7F-CA32-E99B-229BEBE8A7C2}"/>
              </a:ext>
            </a:extLst>
          </p:cNvPr>
          <p:cNvSpPr/>
          <p:nvPr/>
        </p:nvSpPr>
        <p:spPr>
          <a:xfrm>
            <a:off x="3380198" y="4735577"/>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1BE1007A-EDE8-EBDB-0FA7-6AE7645E9BE9}"/>
              </a:ext>
            </a:extLst>
          </p:cNvPr>
          <p:cNvSpPr/>
          <p:nvPr/>
        </p:nvSpPr>
        <p:spPr>
          <a:xfrm>
            <a:off x="4229955" y="5743254"/>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Login/Register</a:t>
            </a:r>
            <a:endParaRPr lang="en-IN" dirty="0">
              <a:solidFill>
                <a:schemeClr val="bg1"/>
              </a:solidFill>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2D135D41-1DBC-3879-A4EA-47E288B363EA}"/>
              </a:ext>
            </a:extLst>
          </p:cNvPr>
          <p:cNvGrpSpPr/>
          <p:nvPr/>
        </p:nvGrpSpPr>
        <p:grpSpPr>
          <a:xfrm>
            <a:off x="9719941" y="2060942"/>
            <a:ext cx="1477850" cy="3880703"/>
            <a:chOff x="10685711" y="1251620"/>
            <a:chExt cx="1506289" cy="3880703"/>
          </a:xfrm>
        </p:grpSpPr>
        <p:sp>
          <p:nvSpPr>
            <p:cNvPr id="6" name="Rectangle 5">
              <a:extLst>
                <a:ext uri="{FF2B5EF4-FFF2-40B4-BE49-F238E27FC236}">
                  <a16:creationId xmlns:a16="http://schemas.microsoft.com/office/drawing/2014/main" id="{1096953E-4E6B-F081-4683-7FE1A25E3EAC}"/>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94ADDCF2-2784-1934-5137-8B8F18A271DD}"/>
                </a:ext>
              </a:extLst>
            </p:cNvPr>
            <p:cNvGrpSpPr/>
            <p:nvPr/>
          </p:nvGrpSpPr>
          <p:grpSpPr>
            <a:xfrm>
              <a:off x="10883795" y="1355041"/>
              <a:ext cx="1251032" cy="3299152"/>
              <a:chOff x="10902592" y="1319260"/>
              <a:chExt cx="1251032" cy="3355482"/>
            </a:xfrm>
          </p:grpSpPr>
          <p:sp>
            <p:nvSpPr>
              <p:cNvPr id="13" name="Rectangle 12">
                <a:extLst>
                  <a:ext uri="{FF2B5EF4-FFF2-40B4-BE49-F238E27FC236}">
                    <a16:creationId xmlns:a16="http://schemas.microsoft.com/office/drawing/2014/main" id="{3D57B308-D0B9-DC9A-6346-FB0276DD78E2}"/>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3454C19-6589-BB15-0151-9B3CE4C1C38F}"/>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4D93EFF0-5A4A-0505-B6E9-1190A230FB0A}"/>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9C105F6C-871E-76F7-7BCF-270EEC64A6E8}"/>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9531A21-ECED-85BC-8E50-5A4C5F9BC1A8}"/>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320389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D2C0F9E3-BBA0-9CD7-954E-4371FBAC0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F0BBB-29C6-F056-5D2C-C382A018F2A5}"/>
              </a:ext>
            </a:extLst>
          </p:cNvPr>
          <p:cNvSpPr>
            <a:spLocks noGrp="1"/>
          </p:cNvSpPr>
          <p:nvPr>
            <p:ph type="title"/>
          </p:nvPr>
        </p:nvSpPr>
        <p:spPr>
          <a:xfrm>
            <a:off x="838200" y="787533"/>
            <a:ext cx="10515600" cy="652017"/>
          </a:xfrm>
        </p:spPr>
        <p:txBody>
          <a:bodyPr>
            <a:normAutofit fontScale="90000"/>
          </a:bodyPr>
          <a:lstStyle/>
          <a:p>
            <a:r>
              <a:rPr lang="en-US" sz="2800" dirty="0">
                <a:solidFill>
                  <a:schemeClr val="bg1"/>
                </a:solidFill>
              </a:rPr>
              <a:t>Forgot Password</a:t>
            </a:r>
            <a:br>
              <a:rPr lang="en-US" sz="2800" dirty="0">
                <a:solidFill>
                  <a:schemeClr val="bg1"/>
                </a:solidFill>
              </a:rPr>
            </a:br>
            <a:endParaRPr lang="en-IN" sz="2800" dirty="0">
              <a:solidFill>
                <a:schemeClr val="bg1"/>
              </a:solidFill>
            </a:endParaRPr>
          </a:p>
        </p:txBody>
      </p:sp>
      <p:sp>
        <p:nvSpPr>
          <p:cNvPr id="3" name="Content Placeholder 2">
            <a:extLst>
              <a:ext uri="{FF2B5EF4-FFF2-40B4-BE49-F238E27FC236}">
                <a16:creationId xmlns:a16="http://schemas.microsoft.com/office/drawing/2014/main" id="{1E3918C5-2C25-E87D-D61A-E80DA7CB6F8B}"/>
              </a:ext>
            </a:extLst>
          </p:cNvPr>
          <p:cNvSpPr>
            <a:spLocks noGrp="1"/>
          </p:cNvSpPr>
          <p:nvPr>
            <p:ph idx="1"/>
          </p:nvPr>
        </p:nvSpPr>
        <p:spPr>
          <a:xfrm>
            <a:off x="838200" y="1825625"/>
            <a:ext cx="10515600" cy="4503256"/>
          </a:xfrm>
          <a:solidFill>
            <a:schemeClr val="bg1">
              <a:lumMod val="50000"/>
            </a:schemeClr>
          </a:solidFill>
        </p:spPr>
        <p:txBody>
          <a:bodyPr/>
          <a:lstStyle/>
          <a:p>
            <a:pPr marL="0" indent="0">
              <a:buNone/>
            </a:pPr>
            <a:r>
              <a:rPr lang="en-US" sz="2800" dirty="0">
                <a:solidFill>
                  <a:schemeClr val="bg1"/>
                </a:solidFill>
              </a:rPr>
              <a:t>Enter the passcode sent to your registered mail</a:t>
            </a:r>
            <a:endParaRPr lang="en-IN" dirty="0">
              <a:solidFill>
                <a:schemeClr val="bg1"/>
              </a:solidFill>
            </a:endParaRPr>
          </a:p>
        </p:txBody>
      </p:sp>
      <p:sp>
        <p:nvSpPr>
          <p:cNvPr id="8" name="TextBox 7">
            <a:extLst>
              <a:ext uri="{FF2B5EF4-FFF2-40B4-BE49-F238E27FC236}">
                <a16:creationId xmlns:a16="http://schemas.microsoft.com/office/drawing/2014/main" id="{49DAF2F2-317B-BC09-71A6-988921F4BBF4}"/>
              </a:ext>
            </a:extLst>
          </p:cNvPr>
          <p:cNvSpPr txBox="1"/>
          <p:nvPr/>
        </p:nvSpPr>
        <p:spPr>
          <a:xfrm>
            <a:off x="2617554" y="3213686"/>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Email*</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43DAF0C-6BE7-BAC2-A8F5-EB26788313DC}"/>
              </a:ext>
            </a:extLst>
          </p:cNvPr>
          <p:cNvSpPr/>
          <p:nvPr/>
        </p:nvSpPr>
        <p:spPr>
          <a:xfrm>
            <a:off x="3369924" y="3739794"/>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0AA2622E-29E8-2C15-8FA1-C253967C5BA9}"/>
              </a:ext>
            </a:extLst>
          </p:cNvPr>
          <p:cNvSpPr txBox="1"/>
          <p:nvPr/>
        </p:nvSpPr>
        <p:spPr>
          <a:xfrm>
            <a:off x="2617554" y="4321593"/>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New 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E6392D31-4DDE-0330-2766-7DDFE2FA2BA9}"/>
              </a:ext>
            </a:extLst>
          </p:cNvPr>
          <p:cNvSpPr/>
          <p:nvPr/>
        </p:nvSpPr>
        <p:spPr>
          <a:xfrm>
            <a:off x="3380198" y="4735577"/>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408FFED1-63B8-029E-939A-690BB285DACF}"/>
              </a:ext>
            </a:extLst>
          </p:cNvPr>
          <p:cNvSpPr/>
          <p:nvPr/>
        </p:nvSpPr>
        <p:spPr>
          <a:xfrm>
            <a:off x="4259707" y="5735700"/>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Login/Register</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E48FA7-21F5-6DEB-586D-34BAE01B2EFF}"/>
              </a:ext>
            </a:extLst>
          </p:cNvPr>
          <p:cNvSpPr txBox="1"/>
          <p:nvPr/>
        </p:nvSpPr>
        <p:spPr>
          <a:xfrm>
            <a:off x="3369924" y="2568015"/>
            <a:ext cx="2352782" cy="429389"/>
          </a:xfrm>
          <a:prstGeom prst="rect">
            <a:avLst/>
          </a:prstGeom>
          <a:solidFill>
            <a:schemeClr val="bg1"/>
          </a:solidFill>
        </p:spPr>
        <p:txBody>
          <a:bodyPr wrap="square" rtlCol="0">
            <a:spAutoFit/>
          </a:bodyPr>
          <a:lstStyle/>
          <a:p>
            <a:endParaRPr lang="en-IN" dirty="0"/>
          </a:p>
        </p:txBody>
      </p:sp>
      <p:grpSp>
        <p:nvGrpSpPr>
          <p:cNvPr id="4" name="Group 3">
            <a:extLst>
              <a:ext uri="{FF2B5EF4-FFF2-40B4-BE49-F238E27FC236}">
                <a16:creationId xmlns:a16="http://schemas.microsoft.com/office/drawing/2014/main" id="{C2BB9D41-D9B8-5492-C218-817715A06E1D}"/>
              </a:ext>
            </a:extLst>
          </p:cNvPr>
          <p:cNvGrpSpPr/>
          <p:nvPr/>
        </p:nvGrpSpPr>
        <p:grpSpPr>
          <a:xfrm>
            <a:off x="9719941" y="2136901"/>
            <a:ext cx="1477850" cy="3880703"/>
            <a:chOff x="10685711" y="1251620"/>
            <a:chExt cx="1506289" cy="3880703"/>
          </a:xfrm>
        </p:grpSpPr>
        <p:sp>
          <p:nvSpPr>
            <p:cNvPr id="6" name="Rectangle 5">
              <a:extLst>
                <a:ext uri="{FF2B5EF4-FFF2-40B4-BE49-F238E27FC236}">
                  <a16:creationId xmlns:a16="http://schemas.microsoft.com/office/drawing/2014/main" id="{509A9F4A-8E29-BF94-D36C-49B717DA7AF6}"/>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BEBB2E70-F103-0643-7D93-CCB226648CA1}"/>
                </a:ext>
              </a:extLst>
            </p:cNvPr>
            <p:cNvGrpSpPr/>
            <p:nvPr/>
          </p:nvGrpSpPr>
          <p:grpSpPr>
            <a:xfrm>
              <a:off x="10883795" y="1355041"/>
              <a:ext cx="1251032" cy="3299152"/>
              <a:chOff x="10902592" y="1319260"/>
              <a:chExt cx="1251032" cy="3355482"/>
            </a:xfrm>
          </p:grpSpPr>
          <p:sp>
            <p:nvSpPr>
              <p:cNvPr id="13" name="Rectangle 12">
                <a:extLst>
                  <a:ext uri="{FF2B5EF4-FFF2-40B4-BE49-F238E27FC236}">
                    <a16:creationId xmlns:a16="http://schemas.microsoft.com/office/drawing/2014/main" id="{A903F941-7353-ABF4-AB95-4929318FB8E7}"/>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B60951D7-56ED-AAE0-02FC-FDF35A6B5C9D}"/>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F7616222-31B7-38A1-563C-8B733C154FBA}"/>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47DFA4C8-1658-2813-AEE0-DCDB94E9312F}"/>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A57EC76-865E-5234-7C23-B7DB88206038}"/>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4153203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F1D5D38-93FB-3F80-80B2-70E57D59AF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AAB7070-A467-ECD2-6F86-9244305FCF23}"/>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76B962B3-3884-CFD2-C6DA-4A63F867D3A0}"/>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FE716B8-AEBB-62D2-AC87-73EA3FEAF25C}"/>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828FF1D-4905-89D0-E2C1-3C4F9AE0C96D}"/>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D0BA56A-175F-BF30-F436-662D31E04FE8}"/>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767BB562-F5B1-2515-BD17-045F4060892A}"/>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A7696129-F12A-1E2A-603E-DC52AEAAF598}"/>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A295B01B-9B1B-544F-B456-0C0DAD0AF4F0}"/>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DA234324-C5E1-0FBC-453C-47D07A699161}"/>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2F44223A-5625-7FA5-BE56-4B52DAC7EDC8}"/>
              </a:ext>
            </a:extLst>
          </p:cNvPr>
          <p:cNvSpPr/>
          <p:nvPr/>
        </p:nvSpPr>
        <p:spPr>
          <a:xfrm>
            <a:off x="510035" y="246136"/>
            <a:ext cx="4739629"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C0D84A93-7025-A983-AECD-9C58BB57044A}"/>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DDE3048-014C-9197-C77B-E0E14E8AE656}"/>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BEE66609-4B57-F7D5-6EAE-598A9096FAAE}"/>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952A4768-CC25-439B-1DF9-E496394EDEFC}"/>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C14B51B0-41AF-7B05-E248-8B695F35DBE3}"/>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4822A8E-F440-0B07-9FDD-7DD837136BC4}"/>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BEF08F70-E3C3-2BDE-3D4B-35E7BEF59676}"/>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11" name="Rectangle 10">
            <a:extLst>
              <a:ext uri="{FF2B5EF4-FFF2-40B4-BE49-F238E27FC236}">
                <a16:creationId xmlns:a16="http://schemas.microsoft.com/office/drawing/2014/main" id="{B87CDCDA-766E-8E7E-42B1-3F48C099D75D}"/>
              </a:ext>
            </a:extLst>
          </p:cNvPr>
          <p:cNvSpPr/>
          <p:nvPr/>
        </p:nvSpPr>
        <p:spPr>
          <a:xfrm>
            <a:off x="1690955" y="1301625"/>
            <a:ext cx="1849349"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solidFill>
                  <a:schemeClr val="bg1"/>
                </a:solidFill>
                <a:latin typeface="Times New Roman" panose="02020603050405020304" pitchFamily="18" charset="0"/>
                <a:cs typeface="Times New Roman" panose="02020603050405020304" pitchFamily="18" charset="0"/>
              </a:rPr>
              <a:t>Welcome to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98BFF32-CBB7-ED66-B523-BF4464B1EA72}"/>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E151CEA2-83AB-34BB-2A98-19C79DC22A4F}"/>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04B1C60-8611-B2EF-2674-9F629E1DD715}"/>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504EC04-013A-E681-7439-67F9B1E283A8}"/>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87B1CE6-2FBF-F5B2-D882-5A988BB13E96}"/>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E47EB692-C5EC-60F2-E6FD-14C335D46983}"/>
              </a:ext>
            </a:extLst>
          </p:cNvPr>
          <p:cNvSpPr/>
          <p:nvPr/>
        </p:nvSpPr>
        <p:spPr>
          <a:xfrm>
            <a:off x="143838" y="1387011"/>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7C758E6E-6516-E6EA-C0FA-18E81D3E9416}"/>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C4A35AA3-72CB-54EA-BC86-5933248E3BE8}"/>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73C77B2E-ED27-FD8F-1736-6AD422B30192}"/>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C4FD5736-021E-3C1D-4ECE-C6BCC5CA40CB}"/>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BDF3CCF4-9EFA-FBD6-829C-3FE388981861}"/>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EA8CD9B8-2870-1F2B-4566-8B35C06DD52A}"/>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982A90BD-08FE-5336-FA01-D13AEA5A7B72}"/>
              </a:ext>
            </a:extLst>
          </p:cNvPr>
          <p:cNvSpPr txBox="1"/>
          <p:nvPr/>
        </p:nvSpPr>
        <p:spPr>
          <a:xfrm>
            <a:off x="3716229" y="2041947"/>
            <a:ext cx="7048072"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To update your profile, say “Open Profile”</a:t>
            </a:r>
          </a:p>
          <a:p>
            <a:pPr marL="285750" indent="-285750">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To Listen to audio files of your lessons, say “Open Courses”</a:t>
            </a:r>
          </a:p>
          <a:p>
            <a:pPr marL="285750" indent="-285750">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To carryout the mock test, say “Open Mock Test”</a:t>
            </a:r>
          </a:p>
          <a:p>
            <a:pPr marL="285750" indent="-285750">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To submit your assignment, say “Open Assignment”</a:t>
            </a:r>
          </a:p>
          <a:p>
            <a:pPr marL="285750" indent="-285750">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To know about your progress, say “Open History”</a:t>
            </a:r>
          </a:p>
          <a:p>
            <a:pPr marL="285750" indent="-285750">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To have discussion with your course teacher, say “Open Discussion” </a:t>
            </a:r>
            <a:endParaRPr lang="en-IN" dirty="0">
              <a:solidFill>
                <a:schemeClr val="bg2"/>
              </a:solidFill>
              <a:latin typeface="Times New Roman" panose="02020603050405020304" pitchFamily="18" charset="0"/>
              <a:cs typeface="Times New Roman" panose="02020603050405020304" pitchFamily="18" charset="0"/>
            </a:endParaRPr>
          </a:p>
        </p:txBody>
      </p:sp>
      <p:grpSp>
        <p:nvGrpSpPr>
          <p:cNvPr id="43" name="Group 42">
            <a:extLst>
              <a:ext uri="{FF2B5EF4-FFF2-40B4-BE49-F238E27FC236}">
                <a16:creationId xmlns:a16="http://schemas.microsoft.com/office/drawing/2014/main" id="{9CCF80EF-5206-480F-6CE1-91980DCF7A0B}"/>
              </a:ext>
            </a:extLst>
          </p:cNvPr>
          <p:cNvGrpSpPr/>
          <p:nvPr/>
        </p:nvGrpSpPr>
        <p:grpSpPr>
          <a:xfrm>
            <a:off x="10644852" y="1387011"/>
            <a:ext cx="1477850" cy="3880703"/>
            <a:chOff x="10685711" y="1251620"/>
            <a:chExt cx="1506289" cy="3880703"/>
          </a:xfrm>
        </p:grpSpPr>
        <p:sp>
          <p:nvSpPr>
            <p:cNvPr id="44" name="Rectangle 43">
              <a:extLst>
                <a:ext uri="{FF2B5EF4-FFF2-40B4-BE49-F238E27FC236}">
                  <a16:creationId xmlns:a16="http://schemas.microsoft.com/office/drawing/2014/main" id="{5EC4B59F-59B5-960D-1D9E-C4F6A2A3C5CF}"/>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5" name="Group 44">
              <a:extLst>
                <a:ext uri="{FF2B5EF4-FFF2-40B4-BE49-F238E27FC236}">
                  <a16:creationId xmlns:a16="http://schemas.microsoft.com/office/drawing/2014/main" id="{9DEDBE97-6AB8-5546-C871-4AF1C1613DAD}"/>
                </a:ext>
              </a:extLst>
            </p:cNvPr>
            <p:cNvGrpSpPr/>
            <p:nvPr/>
          </p:nvGrpSpPr>
          <p:grpSpPr>
            <a:xfrm>
              <a:off x="10883795" y="1355041"/>
              <a:ext cx="1251032" cy="3299152"/>
              <a:chOff x="10902592" y="1319260"/>
              <a:chExt cx="1251032" cy="3355482"/>
            </a:xfrm>
          </p:grpSpPr>
          <p:sp>
            <p:nvSpPr>
              <p:cNvPr id="46" name="Rectangle 45">
                <a:extLst>
                  <a:ext uri="{FF2B5EF4-FFF2-40B4-BE49-F238E27FC236}">
                    <a16:creationId xmlns:a16="http://schemas.microsoft.com/office/drawing/2014/main" id="{7F3C439E-D577-877A-E019-0B5309477836}"/>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5DBDDC21-FC7F-A715-D54E-359FE32CDCF2}"/>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80C9D15F-127A-0DC1-436E-41AD0AEE0B9F}"/>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1A35526D-DC3A-4AC2-E5FF-CBEF9334EAC5}"/>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1B0EAC2-FE43-8700-360E-A8094836D623}"/>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14" name="TextBox 13">
            <a:extLst>
              <a:ext uri="{FF2B5EF4-FFF2-40B4-BE49-F238E27FC236}">
                <a16:creationId xmlns:a16="http://schemas.microsoft.com/office/drawing/2014/main" id="{99321A6F-2480-9957-8A57-682A65BC185C}"/>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6"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56E21B32-43FE-E433-DB16-529936699124}"/>
              </a:ext>
            </a:extLst>
          </p:cNvPr>
          <p:cNvPicPr>
            <a:picLocks noChangeAspect="1"/>
          </p:cNvPicPr>
          <p:nvPr/>
        </p:nvPicPr>
        <p:blipFill>
          <a:blip r:embed="rId27"/>
          <a:stretch>
            <a:fillRect/>
          </a:stretch>
        </p:blipFill>
        <p:spPr>
          <a:xfrm>
            <a:off x="1496014" y="1867534"/>
            <a:ext cx="2214312" cy="2247610"/>
          </a:xfrm>
          <a:prstGeom prst="rect">
            <a:avLst/>
          </a:prstGeom>
        </p:spPr>
      </p:pic>
      <p:sp>
        <p:nvSpPr>
          <p:cNvPr id="18" name="TextBox 17">
            <a:extLst>
              <a:ext uri="{FF2B5EF4-FFF2-40B4-BE49-F238E27FC236}">
                <a16:creationId xmlns:a16="http://schemas.microsoft.com/office/drawing/2014/main" id="{5CEF9757-AF92-4746-9000-B063BD60AB78}"/>
              </a:ext>
            </a:extLst>
          </p:cNvPr>
          <p:cNvSpPr txBox="1"/>
          <p:nvPr/>
        </p:nvSpPr>
        <p:spPr>
          <a:xfrm>
            <a:off x="11100129" y="292284"/>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1708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B3574D69-3429-DBFF-914F-D2EF54124A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21113B-C47A-D594-77E5-4BD6A0D2EE15}"/>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C6C06BA9-D921-906C-934E-24A4716B3FA8}"/>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4DF8337-F1A1-B3D0-071C-175259A3EF18}"/>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A0C7B1-7FD9-2AFB-7469-633D52A9EEA1}"/>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6214998-6F47-1754-5BD4-917A2F007C28}"/>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3AACE2AA-B04A-D258-8AA5-A73208B95C98}"/>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F8EF5110-8F83-813C-FACE-96E35417C243}"/>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9516A6FA-C428-A840-F3FF-A37C4FE5FC5F}"/>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00CBCF8A-6B2E-75B8-D0D7-8F4BF7B029CD}"/>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A433C5E8-DB75-3048-13C0-D6854B7DBD82}"/>
              </a:ext>
            </a:extLst>
          </p:cNvPr>
          <p:cNvSpPr/>
          <p:nvPr/>
        </p:nvSpPr>
        <p:spPr>
          <a:xfrm>
            <a:off x="510035" y="246136"/>
            <a:ext cx="4739629"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F631FE0A-CCBD-B884-46D8-28A17A90345D}"/>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DD71075C-BD91-AA64-B80F-E6800390E336}"/>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B6CD5425-4264-C229-F11A-C04DD9C9381F}"/>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12122ADD-99E3-EBBE-D795-40F892103629}"/>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ADEEAEE2-5B5D-346D-E7FB-CA5BE28C4BFF}"/>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4D367D0-A20D-B693-5246-F6E8C3FA0AF7}"/>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DF3DAA06-698D-41BB-7788-A2E040F01D7C}"/>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11" name="Rectangle 10">
            <a:extLst>
              <a:ext uri="{FF2B5EF4-FFF2-40B4-BE49-F238E27FC236}">
                <a16:creationId xmlns:a16="http://schemas.microsoft.com/office/drawing/2014/main" id="{E1275F11-E2A7-5014-E915-6BED05DBB8E8}"/>
              </a:ext>
            </a:extLst>
          </p:cNvPr>
          <p:cNvSpPr/>
          <p:nvPr/>
        </p:nvSpPr>
        <p:spPr>
          <a:xfrm>
            <a:off x="1293018" y="1266705"/>
            <a:ext cx="269335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solidFill>
                  <a:schemeClr val="bg1"/>
                </a:solidFill>
                <a:latin typeface="Times New Roman" panose="02020603050405020304" pitchFamily="18" charset="0"/>
                <a:cs typeface="Times New Roman" panose="02020603050405020304" pitchFamily="18" charset="0"/>
              </a:rPr>
              <a:t>Welcome to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792BC16-B293-1F7B-9EE5-BA8C463DBBD5}"/>
              </a:ext>
            </a:extLst>
          </p:cNvPr>
          <p:cNvSpPr txBox="1"/>
          <p:nvPr/>
        </p:nvSpPr>
        <p:spPr>
          <a:xfrm>
            <a:off x="10273" y="1266317"/>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7A2E27CE-2FF6-48CA-1439-7DD5D90A1802}"/>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294255A-11AB-EB72-D082-2E0E85751477}"/>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4CB0E3-45DF-7582-1150-4FCE9448825A}"/>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C6628DB-5394-41AE-B982-577CBBBFF6BC}"/>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2DABD8E7-BC7D-A22D-10FF-7393C2CC74B9}"/>
              </a:ext>
            </a:extLst>
          </p:cNvPr>
          <p:cNvSpPr/>
          <p:nvPr/>
        </p:nvSpPr>
        <p:spPr>
          <a:xfrm>
            <a:off x="143838" y="1387011"/>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5E00A73A-1DBD-007E-6FD4-E52A40DAF9EB}"/>
              </a:ext>
            </a:extLst>
          </p:cNvPr>
          <p:cNvSpPr txBox="1"/>
          <p:nvPr/>
        </p:nvSpPr>
        <p:spPr>
          <a:xfrm>
            <a:off x="10273" y="2803319"/>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D94967F1-C449-1A7E-C3B5-DDBB16D1683F}"/>
              </a:ext>
            </a:extLst>
          </p:cNvPr>
          <p:cNvSpPr txBox="1"/>
          <p:nvPr/>
        </p:nvSpPr>
        <p:spPr>
          <a:xfrm>
            <a:off x="-12843" y="374770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0953E571-347A-8DC6-3932-971A36DD8AE2}"/>
              </a:ext>
            </a:extLst>
          </p:cNvPr>
          <p:cNvSpPr txBox="1"/>
          <p:nvPr/>
        </p:nvSpPr>
        <p:spPr>
          <a:xfrm>
            <a:off x="10273" y="4299860"/>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195954B0-6357-563E-EF20-30D47B6C74A8}"/>
              </a:ext>
            </a:extLst>
          </p:cNvPr>
          <p:cNvSpPr txBox="1"/>
          <p:nvPr/>
        </p:nvSpPr>
        <p:spPr>
          <a:xfrm>
            <a:off x="0" y="4730022"/>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70DFD037-752C-B52E-0A06-F75C94FE54DA}"/>
              </a:ext>
            </a:extLst>
          </p:cNvPr>
          <p:cNvSpPr txBox="1"/>
          <p:nvPr/>
        </p:nvSpPr>
        <p:spPr>
          <a:xfrm>
            <a:off x="-44228" y="5203669"/>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DDCCE067-03C1-E620-11F1-F26BF93F2C20}"/>
              </a:ext>
            </a:extLst>
          </p:cNvPr>
          <p:cNvSpPr txBox="1"/>
          <p:nvPr/>
        </p:nvSpPr>
        <p:spPr>
          <a:xfrm>
            <a:off x="0" y="3277262"/>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32D301C-14D1-3F38-209E-850DA20EF214}"/>
              </a:ext>
            </a:extLst>
          </p:cNvPr>
          <p:cNvSpPr txBox="1"/>
          <p:nvPr/>
        </p:nvSpPr>
        <p:spPr>
          <a:xfrm>
            <a:off x="5845992" y="1728370"/>
            <a:ext cx="1561672" cy="400110"/>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Notification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03973C2-90C2-C766-F5B4-9C006E353BAB}"/>
              </a:ext>
            </a:extLst>
          </p:cNvPr>
          <p:cNvSpPr txBox="1"/>
          <p:nvPr/>
        </p:nvSpPr>
        <p:spPr>
          <a:xfrm>
            <a:off x="4589792" y="2311619"/>
            <a:ext cx="5435030" cy="923330"/>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24****** (Student Name) submitted her assignment.</a:t>
            </a:r>
          </a:p>
          <a:p>
            <a:r>
              <a:rPr lang="en-US" dirty="0">
                <a:solidFill>
                  <a:schemeClr val="bg1"/>
                </a:solidFill>
                <a:latin typeface="Times New Roman" panose="02020603050405020304" pitchFamily="18" charset="0"/>
                <a:cs typeface="Times New Roman" panose="02020603050405020304" pitchFamily="18" charset="0"/>
              </a:rPr>
              <a:t>25****** (Student Name) submitted her Quiz II.</a:t>
            </a:r>
          </a:p>
          <a:p>
            <a:r>
              <a:rPr lang="en-US" dirty="0">
                <a:solidFill>
                  <a:schemeClr val="bg1"/>
                </a:solidFill>
                <a:latin typeface="Times New Roman" panose="02020603050405020304" pitchFamily="18" charset="0"/>
                <a:cs typeface="Times New Roman" panose="02020603050405020304" pitchFamily="18" charset="0"/>
              </a:rPr>
              <a:t>23****** (Student Name) attempted five mock tests. </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6DE270A-17AF-C651-C384-592776068C73}"/>
              </a:ext>
            </a:extLst>
          </p:cNvPr>
          <p:cNvSpPr txBox="1"/>
          <p:nvPr/>
        </p:nvSpPr>
        <p:spPr>
          <a:xfrm>
            <a:off x="4682715" y="3418088"/>
            <a:ext cx="4904940" cy="369332"/>
          </a:xfrm>
          <a:prstGeom prst="rect">
            <a:avLst/>
          </a:prstGeom>
          <a:noFill/>
        </p:spPr>
        <p:txBody>
          <a:bodyPr wrap="square" rtlCol="0">
            <a:spAutoFit/>
          </a:bodyPr>
          <a:lstStyle/>
          <a:p>
            <a:r>
              <a:rPr lang="en-US" dirty="0">
                <a:solidFill>
                  <a:schemeClr val="bg1"/>
                </a:solidFill>
              </a:rPr>
              <a:t>If Registered Teacher only, this box will appear</a:t>
            </a:r>
            <a:endParaRPr lang="en-IN" dirty="0">
              <a:solidFill>
                <a:schemeClr val="bg1"/>
              </a:solidFill>
            </a:endParaRPr>
          </a:p>
        </p:txBody>
      </p:sp>
      <p:sp>
        <p:nvSpPr>
          <p:cNvPr id="22" name="TextBox 21">
            <a:extLst>
              <a:ext uri="{FF2B5EF4-FFF2-40B4-BE49-F238E27FC236}">
                <a16:creationId xmlns:a16="http://schemas.microsoft.com/office/drawing/2014/main" id="{74C76EC0-66DE-0904-9087-18FB06DEB0B2}"/>
              </a:ext>
            </a:extLst>
          </p:cNvPr>
          <p:cNvSpPr txBox="1"/>
          <p:nvPr/>
        </p:nvSpPr>
        <p:spPr>
          <a:xfrm>
            <a:off x="-12844" y="2367538"/>
            <a:ext cx="118409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Students</a:t>
            </a:r>
            <a:endParaRPr lang="en-IN"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16CE5E02-F8DE-AF0D-9D1C-E57B11F79589}"/>
              </a:ext>
            </a:extLst>
          </p:cNvPr>
          <p:cNvSpPr txBox="1"/>
          <p:nvPr/>
        </p:nvSpPr>
        <p:spPr>
          <a:xfrm>
            <a:off x="-44229" y="5611835"/>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81EA3E5A-11C1-BFB2-67F3-609924544B9D}"/>
              </a:ext>
            </a:extLst>
          </p:cNvPr>
          <p:cNvPicPr>
            <a:picLocks noChangeAspect="1"/>
          </p:cNvPicPr>
          <p:nvPr/>
        </p:nvPicPr>
        <p:blipFill>
          <a:blip r:embed="rId26"/>
          <a:stretch>
            <a:fillRect/>
          </a:stretch>
        </p:blipFill>
        <p:spPr>
          <a:xfrm>
            <a:off x="1733347" y="1777677"/>
            <a:ext cx="2214312" cy="2247610"/>
          </a:xfrm>
          <a:prstGeom prst="rect">
            <a:avLst/>
          </a:prstGeom>
        </p:spPr>
      </p:pic>
      <p:sp>
        <p:nvSpPr>
          <p:cNvPr id="25" name="TextBox 24">
            <a:extLst>
              <a:ext uri="{FF2B5EF4-FFF2-40B4-BE49-F238E27FC236}">
                <a16:creationId xmlns:a16="http://schemas.microsoft.com/office/drawing/2014/main" id="{9F423D38-9227-1CA4-C1A7-DED8CE302D22}"/>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8891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1211EE12-B6CB-CF55-7659-74A4BD5417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F9F588-E13B-1CE8-60FF-74BA595D194C}"/>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EFD96A6B-728B-2721-07A8-A6068BFC2744}"/>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3678B6-DA59-6615-BA7D-FE125CE5DE66}"/>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BA76FE5-C72B-1D1F-5530-654D4A38E00B}"/>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EEE7DAE-DA44-854F-672C-9D1220C79DE2}"/>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049026C5-345F-72B1-34D6-B7BE456D7CA1}"/>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B5D0556D-FDD7-CD8F-E873-080BA4205F8B}"/>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A9FFEC0E-3A68-AE73-7D5F-F91A039E49EE}"/>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49B4FB83-2068-94CE-0874-D32A21C47253}"/>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B336E46E-EF9A-77BF-ACED-1DD3CF0762F1}"/>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ACDB4DCF-1F6B-2C0C-CA67-7E0AFBC04005}"/>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54C9755C-3891-DA5D-AC0B-0232B490A02A}"/>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305A4B7B-034B-DBFC-46F3-E85D574BAF86}"/>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CD3D2DAB-A314-B800-23CA-C08DC31F7E07}"/>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FE86FB95-E576-13A3-45FC-48BE29618DA5}"/>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E5789C8-F98E-56BF-67EC-825B3FB23FDD}"/>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4B55123A-017F-99DE-FF9D-A0A41CEDD3D6}"/>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11" name="Rectangle 10">
            <a:extLst>
              <a:ext uri="{FF2B5EF4-FFF2-40B4-BE49-F238E27FC236}">
                <a16:creationId xmlns:a16="http://schemas.microsoft.com/office/drawing/2014/main" id="{11381F86-1915-1D4D-35D8-AB34DF7EFC09}"/>
              </a:ext>
            </a:extLst>
          </p:cNvPr>
          <p:cNvSpPr/>
          <p:nvPr/>
        </p:nvSpPr>
        <p:spPr>
          <a:xfrm>
            <a:off x="1371598" y="1391810"/>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Name*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C00EB06-98CD-CE3E-31D9-7C54BEE0C4B8}"/>
              </a:ext>
            </a:extLst>
          </p:cNvPr>
          <p:cNvSpPr txBox="1"/>
          <p:nvPr/>
        </p:nvSpPr>
        <p:spPr>
          <a:xfrm>
            <a:off x="1586764" y="3795765"/>
            <a:ext cx="1694662"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Profile Picture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1E60CB2-F093-AFF4-4F2C-29A7808D66C8}"/>
              </a:ext>
            </a:extLst>
          </p:cNvPr>
          <p:cNvSpPr txBox="1"/>
          <p:nvPr/>
        </p:nvSpPr>
        <p:spPr>
          <a:xfrm>
            <a:off x="1544548" y="2987694"/>
            <a:ext cx="2521662"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Year of Joining College*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ABB958EB-3642-A2DD-5763-DF16B8E8B2A5}"/>
              </a:ext>
            </a:extLst>
          </p:cNvPr>
          <p:cNvSpPr/>
          <p:nvPr/>
        </p:nvSpPr>
        <p:spPr>
          <a:xfrm>
            <a:off x="2524210" y="1488141"/>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9" name="TextBox 18">
            <a:extLst>
              <a:ext uri="{FF2B5EF4-FFF2-40B4-BE49-F238E27FC236}">
                <a16:creationId xmlns:a16="http://schemas.microsoft.com/office/drawing/2014/main" id="{151A6EBE-0F84-7A6F-C86C-473D704216A1}"/>
              </a:ext>
            </a:extLst>
          </p:cNvPr>
          <p:cNvSpPr txBox="1"/>
          <p:nvPr/>
        </p:nvSpPr>
        <p:spPr>
          <a:xfrm>
            <a:off x="6002890" y="3003274"/>
            <a:ext cx="1742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Phone number*</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A23DDC40-5A08-2818-F53B-8478B2E44B31}"/>
              </a:ext>
            </a:extLst>
          </p:cNvPr>
          <p:cNvSpPr/>
          <p:nvPr/>
        </p:nvSpPr>
        <p:spPr>
          <a:xfrm>
            <a:off x="8032914" y="2945016"/>
            <a:ext cx="2284772" cy="3346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2" name="Rectangle 21">
            <a:extLst>
              <a:ext uri="{FF2B5EF4-FFF2-40B4-BE49-F238E27FC236}">
                <a16:creationId xmlns:a16="http://schemas.microsoft.com/office/drawing/2014/main" id="{B49AC014-E8BE-02D4-5D8B-C24D6FC5BDC3}"/>
              </a:ext>
            </a:extLst>
          </p:cNvPr>
          <p:cNvSpPr/>
          <p:nvPr/>
        </p:nvSpPr>
        <p:spPr>
          <a:xfrm>
            <a:off x="3678887" y="5628398"/>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3DD25659-B2B4-B596-23C6-14D87182515B}"/>
              </a:ext>
            </a:extLst>
          </p:cNvPr>
          <p:cNvSpPr txBox="1"/>
          <p:nvPr/>
        </p:nvSpPr>
        <p:spPr>
          <a:xfrm>
            <a:off x="4831870" y="3841289"/>
            <a:ext cx="1794958"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ID Card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B0DB7E60-29B9-9434-0231-2A6D025D3E43}"/>
              </a:ext>
            </a:extLst>
          </p:cNvPr>
          <p:cNvSpPr/>
          <p:nvPr/>
        </p:nvSpPr>
        <p:spPr>
          <a:xfrm>
            <a:off x="8015101" y="5628398"/>
            <a:ext cx="2058578"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Update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3B41B12-4088-9049-9B3D-2EB86408F967}"/>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7D29CE16-363D-6BB3-5BBE-6845BD225F1D}"/>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E183FF1-D0C8-FB6C-E6E6-63869209474D}"/>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ABCF303-74CB-F785-02EC-7B463CE8CD2E}"/>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2A86982-39FD-4A63-0100-CF2252422100}"/>
              </a:ext>
            </a:extLst>
          </p:cNvPr>
          <p:cNvSpPr txBox="1"/>
          <p:nvPr/>
        </p:nvSpPr>
        <p:spPr>
          <a:xfrm>
            <a:off x="0" y="1901355"/>
            <a:ext cx="1017142"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ECF3B678-60C3-33ED-1F11-358BFD1CD4D0}"/>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9D8403D7-12F6-72F5-86C1-3FC85E0A5081}"/>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111C6FD0-F39E-58F2-7E4E-931AEE14FEF8}"/>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BA55E3AD-0008-1A55-80ED-092DC0AA7F27}"/>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9BEA9AC7-582F-F114-5596-1D8D150106F3}"/>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049B3447-EEDC-481D-35BC-85BBD25C25BB}"/>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D82691DF-0091-B34B-FE32-AF07E116DCA3}"/>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a:t>
            </a:r>
            <a:r>
              <a:rPr lang="en-US" b="1" dirty="0">
                <a:solidFill>
                  <a:srgbClr val="0563C1"/>
                </a:solidFill>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 </a:t>
            </a:r>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Test</a:t>
            </a:r>
            <a:endParaRPr lang="en-IN" b="1" dirty="0">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36C2982C-7230-5552-90B6-767FB3DD8FB1}"/>
              </a:ext>
            </a:extLst>
          </p:cNvPr>
          <p:cNvSpPr/>
          <p:nvPr/>
        </p:nvSpPr>
        <p:spPr>
          <a:xfrm>
            <a:off x="5878083" y="1463508"/>
            <a:ext cx="1991921"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dirty="0">
                <a:ln/>
                <a:solidFill>
                  <a:schemeClr val="bg1"/>
                </a:solidFill>
                <a:latin typeface="Times New Roman" panose="02020603050405020304" pitchFamily="18" charset="0"/>
                <a:cs typeface="Times New Roman" panose="02020603050405020304" pitchFamily="18" charset="0"/>
              </a:rPr>
              <a:t>Register Number*</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C02D20F9-8BDD-2701-A276-EB30C8CC3714}"/>
              </a:ext>
            </a:extLst>
          </p:cNvPr>
          <p:cNvSpPr/>
          <p:nvPr/>
        </p:nvSpPr>
        <p:spPr>
          <a:xfrm>
            <a:off x="8046402" y="1517343"/>
            <a:ext cx="2289147" cy="4078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4" name="Rectangle 43">
            <a:extLst>
              <a:ext uri="{FF2B5EF4-FFF2-40B4-BE49-F238E27FC236}">
                <a16:creationId xmlns:a16="http://schemas.microsoft.com/office/drawing/2014/main" id="{09CBA9D1-3B68-9DB2-D0DF-76ED81F28BE0}"/>
              </a:ext>
            </a:extLst>
          </p:cNvPr>
          <p:cNvSpPr/>
          <p:nvPr/>
        </p:nvSpPr>
        <p:spPr>
          <a:xfrm>
            <a:off x="1351050" y="2151606"/>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Class*</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0BA05F06-D7C5-DE64-CB5A-7B9D10D00F67}"/>
              </a:ext>
            </a:extLst>
          </p:cNvPr>
          <p:cNvSpPr/>
          <p:nvPr/>
        </p:nvSpPr>
        <p:spPr>
          <a:xfrm>
            <a:off x="2503662" y="224793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C6FD3280-787E-4D64-F805-9E83A988C65F}"/>
              </a:ext>
            </a:extLst>
          </p:cNvPr>
          <p:cNvSpPr/>
          <p:nvPr/>
        </p:nvSpPr>
        <p:spPr>
          <a:xfrm>
            <a:off x="5957836" y="2170701"/>
            <a:ext cx="1645040"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Department*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09B73010-72D3-4E19-841B-2A81504A9B2C}"/>
              </a:ext>
            </a:extLst>
          </p:cNvPr>
          <p:cNvSpPr/>
          <p:nvPr/>
        </p:nvSpPr>
        <p:spPr>
          <a:xfrm>
            <a:off x="8050777" y="2151606"/>
            <a:ext cx="2284772" cy="3392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631B65BD-E759-C285-F03B-5DA91013EF74}"/>
              </a:ext>
            </a:extLst>
          </p:cNvPr>
          <p:cNvSpPr/>
          <p:nvPr/>
        </p:nvSpPr>
        <p:spPr>
          <a:xfrm>
            <a:off x="4066210" y="2953772"/>
            <a:ext cx="1742306" cy="3682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A16616DE-B28D-068C-E2E6-386D83BCF382}"/>
              </a:ext>
            </a:extLst>
          </p:cNvPr>
          <p:cNvSpPr/>
          <p:nvPr/>
        </p:nvSpPr>
        <p:spPr>
          <a:xfrm rot="10800000">
            <a:off x="5350792" y="2329672"/>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EA1876E8-5747-E77B-1CBB-5CA98D512B6D}"/>
              </a:ext>
            </a:extLst>
          </p:cNvPr>
          <p:cNvSpPr/>
          <p:nvPr/>
        </p:nvSpPr>
        <p:spPr>
          <a:xfrm rot="10800000">
            <a:off x="9976207" y="2209304"/>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9D836F90-6C11-53ED-F9D3-B48D67816D4D}"/>
              </a:ext>
            </a:extLst>
          </p:cNvPr>
          <p:cNvSpPr/>
          <p:nvPr/>
        </p:nvSpPr>
        <p:spPr>
          <a:xfrm rot="10800000">
            <a:off x="5386750" y="2996106"/>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2" name="TextBox 51">
            <a:extLst>
              <a:ext uri="{FF2B5EF4-FFF2-40B4-BE49-F238E27FC236}">
                <a16:creationId xmlns:a16="http://schemas.microsoft.com/office/drawing/2014/main" id="{A57F5960-3CAD-B48F-E5C5-772FDD50B661}"/>
              </a:ext>
            </a:extLst>
          </p:cNvPr>
          <p:cNvSpPr txBox="1"/>
          <p:nvPr/>
        </p:nvSpPr>
        <p:spPr>
          <a:xfrm>
            <a:off x="7349498" y="3791291"/>
            <a:ext cx="1911033"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PWD Certificate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7ADC05A9-64FA-2E15-B663-FF67C46EE2C6}"/>
              </a:ext>
            </a:extLst>
          </p:cNvPr>
          <p:cNvSpPr/>
          <p:nvPr/>
        </p:nvSpPr>
        <p:spPr>
          <a:xfrm>
            <a:off x="5653657" y="5617958"/>
            <a:ext cx="2058578"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Edit</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55" name="Graphic 54" descr="Image">
            <a:extLst>
              <a:ext uri="{FF2B5EF4-FFF2-40B4-BE49-F238E27FC236}">
                <a16:creationId xmlns:a16="http://schemas.microsoft.com/office/drawing/2014/main" id="{FEA16091-4651-8E3D-C7F1-5A570A16AF5F}"/>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3443597" y="3791264"/>
            <a:ext cx="400110" cy="400110"/>
          </a:xfrm>
          <a:prstGeom prst="rect">
            <a:avLst/>
          </a:prstGeom>
        </p:spPr>
      </p:pic>
      <p:pic>
        <p:nvPicPr>
          <p:cNvPr id="56" name="Graphic 55" descr="Image">
            <a:extLst>
              <a:ext uri="{FF2B5EF4-FFF2-40B4-BE49-F238E27FC236}">
                <a16:creationId xmlns:a16="http://schemas.microsoft.com/office/drawing/2014/main" id="{5DADC5B0-FE69-6438-D7EA-9D6D23037E77}"/>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6362136" y="3810511"/>
            <a:ext cx="400110" cy="400110"/>
          </a:xfrm>
          <a:prstGeom prst="rect">
            <a:avLst/>
          </a:prstGeom>
        </p:spPr>
      </p:pic>
      <p:pic>
        <p:nvPicPr>
          <p:cNvPr id="57" name="Graphic 56" descr="Image">
            <a:extLst>
              <a:ext uri="{FF2B5EF4-FFF2-40B4-BE49-F238E27FC236}">
                <a16:creationId xmlns:a16="http://schemas.microsoft.com/office/drawing/2014/main" id="{AC76EEC6-DC94-F7C7-A2E8-280BB4C8D3A2}"/>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9520758" y="3784193"/>
            <a:ext cx="400110" cy="400110"/>
          </a:xfrm>
          <a:prstGeom prst="rect">
            <a:avLst/>
          </a:prstGeom>
        </p:spPr>
      </p:pic>
      <p:sp>
        <p:nvSpPr>
          <p:cNvPr id="58" name="TextBox 57">
            <a:extLst>
              <a:ext uri="{FF2B5EF4-FFF2-40B4-BE49-F238E27FC236}">
                <a16:creationId xmlns:a16="http://schemas.microsoft.com/office/drawing/2014/main" id="{0522E7EE-B6FC-F240-3B7B-85102D2BD847}"/>
              </a:ext>
            </a:extLst>
          </p:cNvPr>
          <p:cNvSpPr txBox="1"/>
          <p:nvPr/>
        </p:nvSpPr>
        <p:spPr>
          <a:xfrm>
            <a:off x="3273255" y="5198061"/>
            <a:ext cx="2332180"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Your details are saved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E1A23682-2AD0-3FFD-1DA8-05DE2444DD07}"/>
              </a:ext>
            </a:extLst>
          </p:cNvPr>
          <p:cNvSpPr txBox="1"/>
          <p:nvPr/>
        </p:nvSpPr>
        <p:spPr>
          <a:xfrm>
            <a:off x="7913992" y="5152281"/>
            <a:ext cx="2332180"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Your profile is updated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3A178CC6-8C33-61DE-0B58-EF1B4FE7253E}"/>
              </a:ext>
            </a:extLst>
          </p:cNvPr>
          <p:cNvSpPr txBox="1"/>
          <p:nvPr/>
        </p:nvSpPr>
        <p:spPr>
          <a:xfrm>
            <a:off x="1390993" y="6051656"/>
            <a:ext cx="6900251"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Tell the details after a beep sound and finally say “save and Update”. </a:t>
            </a:r>
            <a:endParaRPr lang="en-IN" dirty="0">
              <a:solidFill>
                <a:schemeClr val="bg1"/>
              </a:solidFill>
              <a:latin typeface="Times New Roman" panose="02020603050405020304" pitchFamily="18" charset="0"/>
              <a:cs typeface="Times New Roman" panose="02020603050405020304" pitchFamily="18" charset="0"/>
            </a:endParaRPr>
          </a:p>
        </p:txBody>
      </p:sp>
      <p:grpSp>
        <p:nvGrpSpPr>
          <p:cNvPr id="66" name="Group 65">
            <a:extLst>
              <a:ext uri="{FF2B5EF4-FFF2-40B4-BE49-F238E27FC236}">
                <a16:creationId xmlns:a16="http://schemas.microsoft.com/office/drawing/2014/main" id="{718473FA-151C-EAE3-87C2-88F75C2E8964}"/>
              </a:ext>
            </a:extLst>
          </p:cNvPr>
          <p:cNvGrpSpPr/>
          <p:nvPr/>
        </p:nvGrpSpPr>
        <p:grpSpPr>
          <a:xfrm>
            <a:off x="10685712" y="1251620"/>
            <a:ext cx="1477850" cy="3880703"/>
            <a:chOff x="10685711" y="1251620"/>
            <a:chExt cx="1506289" cy="3880703"/>
          </a:xfrm>
        </p:grpSpPr>
        <p:sp>
          <p:nvSpPr>
            <p:cNvPr id="67" name="Rectangle 66">
              <a:extLst>
                <a:ext uri="{FF2B5EF4-FFF2-40B4-BE49-F238E27FC236}">
                  <a16:creationId xmlns:a16="http://schemas.microsoft.com/office/drawing/2014/main" id="{E2A6E1D4-4049-06EC-6841-8521A1E79696}"/>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8" name="Group 67">
              <a:extLst>
                <a:ext uri="{FF2B5EF4-FFF2-40B4-BE49-F238E27FC236}">
                  <a16:creationId xmlns:a16="http://schemas.microsoft.com/office/drawing/2014/main" id="{075F12F1-7D7B-B6E3-157D-E4732EB7878E}"/>
                </a:ext>
              </a:extLst>
            </p:cNvPr>
            <p:cNvGrpSpPr/>
            <p:nvPr/>
          </p:nvGrpSpPr>
          <p:grpSpPr>
            <a:xfrm>
              <a:off x="10883795" y="1355041"/>
              <a:ext cx="1251032" cy="3299152"/>
              <a:chOff x="10902592" y="1319260"/>
              <a:chExt cx="1251032" cy="3355482"/>
            </a:xfrm>
          </p:grpSpPr>
          <p:sp>
            <p:nvSpPr>
              <p:cNvPr id="69" name="Rectangle 68">
                <a:extLst>
                  <a:ext uri="{FF2B5EF4-FFF2-40B4-BE49-F238E27FC236}">
                    <a16:creationId xmlns:a16="http://schemas.microsoft.com/office/drawing/2014/main" id="{5069265C-D364-51C6-0462-2B65BFF83CA0}"/>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0" name="Rectangle 69">
                <a:extLst>
                  <a:ext uri="{FF2B5EF4-FFF2-40B4-BE49-F238E27FC236}">
                    <a16:creationId xmlns:a16="http://schemas.microsoft.com/office/drawing/2014/main" id="{E8F5C72F-B08F-4178-0BB2-E286682C153E}"/>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1" name="Rectangle 70">
                <a:extLst>
                  <a:ext uri="{FF2B5EF4-FFF2-40B4-BE49-F238E27FC236}">
                    <a16:creationId xmlns:a16="http://schemas.microsoft.com/office/drawing/2014/main" id="{7523698F-5263-0C23-7F27-1B8ADA5A9E47}"/>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2" name="Rectangle 71">
                <a:extLst>
                  <a:ext uri="{FF2B5EF4-FFF2-40B4-BE49-F238E27FC236}">
                    <a16:creationId xmlns:a16="http://schemas.microsoft.com/office/drawing/2014/main" id="{5E13580F-5551-5557-6943-B058C9A16DD9}"/>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15D260BE-6B14-B863-9C13-E75700F3AA22}"/>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29" name="TextBox 28">
            <a:extLst>
              <a:ext uri="{FF2B5EF4-FFF2-40B4-BE49-F238E27FC236}">
                <a16:creationId xmlns:a16="http://schemas.microsoft.com/office/drawing/2014/main" id="{282EBB9F-73E1-8903-0107-A663069073A6}"/>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8"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54" name="Picture 53">
            <a:extLst>
              <a:ext uri="{FF2B5EF4-FFF2-40B4-BE49-F238E27FC236}">
                <a16:creationId xmlns:a16="http://schemas.microsoft.com/office/drawing/2014/main" id="{B9C7707D-4CDD-EFC2-E676-BCF99734FE39}"/>
              </a:ext>
            </a:extLst>
          </p:cNvPr>
          <p:cNvPicPr>
            <a:picLocks noChangeAspect="1"/>
          </p:cNvPicPr>
          <p:nvPr/>
        </p:nvPicPr>
        <p:blipFill>
          <a:blip r:embed="rId29"/>
          <a:stretch>
            <a:fillRect/>
          </a:stretch>
        </p:blipFill>
        <p:spPr>
          <a:xfrm>
            <a:off x="4074573" y="240997"/>
            <a:ext cx="1132804" cy="934986"/>
          </a:xfrm>
          <a:prstGeom prst="rect">
            <a:avLst/>
          </a:prstGeom>
        </p:spPr>
      </p:pic>
      <p:sp>
        <p:nvSpPr>
          <p:cNvPr id="61" name="TextBox 60">
            <a:extLst>
              <a:ext uri="{FF2B5EF4-FFF2-40B4-BE49-F238E27FC236}">
                <a16:creationId xmlns:a16="http://schemas.microsoft.com/office/drawing/2014/main" id="{42917EFA-3FDF-C2E9-7406-C0B9961AAE31}"/>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2941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ED730D9-9F24-BF2D-3DD6-409CC31128F2}"/>
            </a:ext>
          </a:extLst>
        </p:cNvPr>
        <p:cNvGrpSpPr/>
        <p:nvPr/>
      </p:nvGrpSpPr>
      <p:grpSpPr>
        <a:xfrm>
          <a:off x="0" y="0"/>
          <a:ext cx="0" cy="0"/>
          <a:chOff x="0" y="0"/>
          <a:chExt cx="0" cy="0"/>
        </a:xfrm>
      </p:grpSpPr>
      <p:sp>
        <p:nvSpPr>
          <p:cNvPr id="63" name="TextBox 62">
            <a:extLst>
              <a:ext uri="{FF2B5EF4-FFF2-40B4-BE49-F238E27FC236}">
                <a16:creationId xmlns:a16="http://schemas.microsoft.com/office/drawing/2014/main" id="{DA850284-CA62-E278-91C1-64F913C7ADC0}"/>
              </a:ext>
            </a:extLst>
          </p:cNvPr>
          <p:cNvSpPr txBox="1"/>
          <p:nvPr/>
        </p:nvSpPr>
        <p:spPr>
          <a:xfrm>
            <a:off x="10871771" y="1196251"/>
            <a:ext cx="1340777" cy="5123016"/>
          </a:xfrm>
          <a:prstGeom prst="rect">
            <a:avLst/>
          </a:prstGeom>
          <a:solidFill>
            <a:schemeClr val="bg1">
              <a:lumMod val="50000"/>
            </a:schemeClr>
          </a:solidFill>
        </p:spPr>
        <p:txBody>
          <a:bodyPr wrap="square" rtlCol="0">
            <a:spAutoFit/>
          </a:bodyPr>
          <a:lstStyle/>
          <a:p>
            <a:endParaRPr lang="en-IN" dirty="0"/>
          </a:p>
        </p:txBody>
      </p:sp>
      <p:sp>
        <p:nvSpPr>
          <p:cNvPr id="4" name="TextBox 3">
            <a:extLst>
              <a:ext uri="{FF2B5EF4-FFF2-40B4-BE49-F238E27FC236}">
                <a16:creationId xmlns:a16="http://schemas.microsoft.com/office/drawing/2014/main" id="{32F0A1B5-8453-2ED8-0433-633AE8046395}"/>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0215C69F-B85F-E141-5BF3-788E331EF465}"/>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7729343-2AF5-0658-F0E3-7570C445DD04}"/>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A091E82-C14E-6E12-CF3D-EB2802F5FC0F}"/>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0C37313-D04B-9129-7741-0AB15A20210C}"/>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11EB3C91-6719-5C5A-0F61-B7D2AFC66E73}"/>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549B2CCD-E7A3-C231-2B50-71F533F0E6DB}"/>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68B2C416-201B-AECA-8E20-1911E568ED4C}"/>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FB88D587-0B07-5F8A-CF3B-16DB5E6A1659}"/>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EDA34150-215D-4CF9-AD49-A9F0BBAEAE15}"/>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5D8A7BF6-5CFB-DFFA-1A7D-0DBE6AF97B05}"/>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8DC365-CE7B-896A-E5F3-2F514EF092A3}"/>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830410CE-C620-0517-1CE1-3156C4A87E9C}"/>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69138B9B-71E1-2801-2525-F08C53D7A9D0}"/>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A1B1EF9E-5398-7007-1E8E-A3AE27274F29}"/>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15169AC-AC24-5E44-DDFD-194AE98A78A9}"/>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9950967B-7876-D03E-CC3C-85A37FCC8EB0}"/>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16" name="TextBox 15">
            <a:extLst>
              <a:ext uri="{FF2B5EF4-FFF2-40B4-BE49-F238E27FC236}">
                <a16:creationId xmlns:a16="http://schemas.microsoft.com/office/drawing/2014/main" id="{B2B05295-1C45-2E99-1FBD-59A46C8CBA5E}"/>
              </a:ext>
            </a:extLst>
          </p:cNvPr>
          <p:cNvSpPr txBox="1"/>
          <p:nvPr/>
        </p:nvSpPr>
        <p:spPr>
          <a:xfrm>
            <a:off x="1591316" y="3359943"/>
            <a:ext cx="979662" cy="36826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Topic</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9A87C26-F3A1-66A1-FD8B-B0889BAD13C7}"/>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B3F81348-56BE-09DD-2766-983AC079C924}"/>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8121E1-56D6-2148-BC27-DE29456728B0}"/>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ADC0F-7ABC-E985-3957-ED2CF02491E8}"/>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D00A08D-8C3F-C1F0-9EA7-AA8FB9292E3B}"/>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1861BBB2-BECD-89AD-70CD-F616C4B23FCD}"/>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A2556013-A4A9-2022-2AF6-76AF10F094DB}"/>
              </a:ext>
            </a:extLst>
          </p:cNvPr>
          <p:cNvSpPr txBox="1"/>
          <p:nvPr/>
        </p:nvSpPr>
        <p:spPr>
          <a:xfrm>
            <a:off x="0" y="2329672"/>
            <a:ext cx="1017142"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1E31BC98-8A67-DCCC-304D-649087CF8BC1}"/>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252B3EF3-BB17-D85F-9A81-6B002DBF86B4}"/>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4F26C357-8755-6747-C4D9-7E41DB51511A}"/>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DA86CEE8-B6E8-C7F4-1AB8-7851DB4684F7}"/>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EF1F56A2-CDA2-BFFE-B613-48EA3AF9A087}"/>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3FA60CF6-25D7-7E17-39F5-007F5791EF87}"/>
              </a:ext>
            </a:extLst>
          </p:cNvPr>
          <p:cNvSpPr/>
          <p:nvPr/>
        </p:nvSpPr>
        <p:spPr>
          <a:xfrm>
            <a:off x="1351050" y="2151606"/>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E31617A4-690A-D85A-0162-29D2288504A6}"/>
              </a:ext>
            </a:extLst>
          </p:cNvPr>
          <p:cNvSpPr/>
          <p:nvPr/>
        </p:nvSpPr>
        <p:spPr>
          <a:xfrm>
            <a:off x="2503662" y="224793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0452A0FE-5977-CEE8-7CB4-7EE8D0A1A27A}"/>
              </a:ext>
            </a:extLst>
          </p:cNvPr>
          <p:cNvSpPr/>
          <p:nvPr/>
        </p:nvSpPr>
        <p:spPr>
          <a:xfrm>
            <a:off x="5957836" y="2170701"/>
            <a:ext cx="1645040"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Unit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FD444651-62BF-E9C5-5094-FE98121CA8DA}"/>
              </a:ext>
            </a:extLst>
          </p:cNvPr>
          <p:cNvSpPr/>
          <p:nvPr/>
        </p:nvSpPr>
        <p:spPr>
          <a:xfrm>
            <a:off x="7469312" y="227068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09157F9C-22E0-2FA7-BC77-47778A436306}"/>
              </a:ext>
            </a:extLst>
          </p:cNvPr>
          <p:cNvSpPr/>
          <p:nvPr/>
        </p:nvSpPr>
        <p:spPr>
          <a:xfrm>
            <a:off x="2520735" y="3329460"/>
            <a:ext cx="3284306" cy="3682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EC9A2C35-F873-E040-BAAA-DF1BD74D86E4}"/>
              </a:ext>
            </a:extLst>
          </p:cNvPr>
          <p:cNvSpPr/>
          <p:nvPr/>
        </p:nvSpPr>
        <p:spPr>
          <a:xfrm rot="10800000">
            <a:off x="5350792" y="2329672"/>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F9436EAE-38CE-9A06-B8CD-1744E0DB72A0}"/>
              </a:ext>
            </a:extLst>
          </p:cNvPr>
          <p:cNvSpPr/>
          <p:nvPr/>
        </p:nvSpPr>
        <p:spPr>
          <a:xfrm rot="10800000">
            <a:off x="10341518" y="237981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EAC4A636-66CC-5438-6B35-47B89786A465}"/>
              </a:ext>
            </a:extLst>
          </p:cNvPr>
          <p:cNvSpPr/>
          <p:nvPr/>
        </p:nvSpPr>
        <p:spPr>
          <a:xfrm rot="10800000">
            <a:off x="5372236" y="3391246"/>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2195FFEE-ECE3-4F7D-6AB9-6702485A4C94}"/>
              </a:ext>
            </a:extLst>
          </p:cNvPr>
          <p:cNvSpPr/>
          <p:nvPr/>
        </p:nvSpPr>
        <p:spPr>
          <a:xfrm>
            <a:off x="1875621" y="4811613"/>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8" name="Rectangle 57">
            <a:extLst>
              <a:ext uri="{FF2B5EF4-FFF2-40B4-BE49-F238E27FC236}">
                <a16:creationId xmlns:a16="http://schemas.microsoft.com/office/drawing/2014/main" id="{B20C7F07-0924-9466-B7B2-F332E1A2E14E}"/>
              </a:ext>
            </a:extLst>
          </p:cNvPr>
          <p:cNvSpPr/>
          <p:nvPr/>
        </p:nvSpPr>
        <p:spPr>
          <a:xfrm>
            <a:off x="4177220" y="4843990"/>
            <a:ext cx="1671905"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grpSp>
        <p:nvGrpSpPr>
          <p:cNvPr id="68" name="Group 67">
            <a:extLst>
              <a:ext uri="{FF2B5EF4-FFF2-40B4-BE49-F238E27FC236}">
                <a16:creationId xmlns:a16="http://schemas.microsoft.com/office/drawing/2014/main" id="{152D0A4D-69A3-F37D-76CA-EDB9C6FA547F}"/>
              </a:ext>
            </a:extLst>
          </p:cNvPr>
          <p:cNvGrpSpPr/>
          <p:nvPr/>
        </p:nvGrpSpPr>
        <p:grpSpPr>
          <a:xfrm>
            <a:off x="10902592" y="1319260"/>
            <a:ext cx="1251032" cy="3355482"/>
            <a:chOff x="10902592" y="1319260"/>
            <a:chExt cx="1251032" cy="3355482"/>
          </a:xfrm>
        </p:grpSpPr>
        <p:sp>
          <p:nvSpPr>
            <p:cNvPr id="60" name="Rectangle 59">
              <a:extLst>
                <a:ext uri="{FF2B5EF4-FFF2-40B4-BE49-F238E27FC236}">
                  <a16:creationId xmlns:a16="http://schemas.microsoft.com/office/drawing/2014/main" id="{2B82C8DF-7E93-2774-2789-880B70D2A254}"/>
                </a:ext>
              </a:extLst>
            </p:cNvPr>
            <p:cNvSpPr/>
            <p:nvPr/>
          </p:nvSpPr>
          <p:spPr>
            <a:xfrm>
              <a:off x="10920758" y="3629597"/>
              <a:ext cx="1173943" cy="348261"/>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1" name="Rectangle 60">
              <a:extLst>
                <a:ext uri="{FF2B5EF4-FFF2-40B4-BE49-F238E27FC236}">
                  <a16:creationId xmlns:a16="http://schemas.microsoft.com/office/drawing/2014/main" id="{732E7B77-8304-4973-8638-8E4F5A7AFB5C}"/>
                </a:ext>
              </a:extLst>
            </p:cNvPr>
            <p:cNvSpPr/>
            <p:nvPr/>
          </p:nvSpPr>
          <p:spPr>
            <a:xfrm>
              <a:off x="10920758" y="4326481"/>
              <a:ext cx="1232866" cy="348261"/>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09020669-978F-CDAA-5F1C-6F3CA8A2088D}"/>
                </a:ext>
              </a:extLst>
            </p:cNvPr>
            <p:cNvSpPr/>
            <p:nvPr/>
          </p:nvSpPr>
          <p:spPr>
            <a:xfrm>
              <a:off x="10979682" y="2932714"/>
              <a:ext cx="1045846" cy="29384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96AD54F3-A367-0A09-E3A1-D6298007334D}"/>
                </a:ext>
              </a:extLst>
            </p:cNvPr>
            <p:cNvSpPr/>
            <p:nvPr/>
          </p:nvSpPr>
          <p:spPr>
            <a:xfrm>
              <a:off x="10902592" y="2107127"/>
              <a:ext cx="1232866" cy="42254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9C9FF2CD-5162-A2C6-1A5B-54620F41F345}"/>
                </a:ext>
              </a:extLst>
            </p:cNvPr>
            <p:cNvSpPr txBox="1"/>
            <p:nvPr/>
          </p:nvSpPr>
          <p:spPr>
            <a:xfrm>
              <a:off x="10920758" y="1319260"/>
              <a:ext cx="1153756"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sp>
        <p:nvSpPr>
          <p:cNvPr id="66" name="Rectangle 65">
            <a:extLst>
              <a:ext uri="{FF2B5EF4-FFF2-40B4-BE49-F238E27FC236}">
                <a16:creationId xmlns:a16="http://schemas.microsoft.com/office/drawing/2014/main" id="{0724E21E-5388-EC82-50B6-B9AD1E1BCBCD}"/>
              </a:ext>
            </a:extLst>
          </p:cNvPr>
          <p:cNvSpPr/>
          <p:nvPr/>
        </p:nvSpPr>
        <p:spPr>
          <a:xfrm>
            <a:off x="6327381" y="4820263"/>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Forward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7" name="Rectangle 66">
            <a:extLst>
              <a:ext uri="{FF2B5EF4-FFF2-40B4-BE49-F238E27FC236}">
                <a16:creationId xmlns:a16="http://schemas.microsoft.com/office/drawing/2014/main" id="{A7DFE4F9-173A-A060-60A3-7CEAF8E205B1}"/>
              </a:ext>
            </a:extLst>
          </p:cNvPr>
          <p:cNvSpPr/>
          <p:nvPr/>
        </p:nvSpPr>
        <p:spPr>
          <a:xfrm>
            <a:off x="8451915" y="4820263"/>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Backward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3570B14-A2FB-6DE2-FA4E-A5F3B691089C}"/>
              </a:ext>
            </a:extLst>
          </p:cNvPr>
          <p:cNvPicPr>
            <a:picLocks noChangeAspect="1"/>
          </p:cNvPicPr>
          <p:nvPr/>
        </p:nvPicPr>
        <p:blipFill>
          <a:blip r:embed="rId26"/>
          <a:stretch>
            <a:fillRect/>
          </a:stretch>
        </p:blipFill>
        <p:spPr>
          <a:xfrm>
            <a:off x="4101828" y="164742"/>
            <a:ext cx="1056632" cy="1072522"/>
          </a:xfrm>
          <a:prstGeom prst="rect">
            <a:avLst/>
          </a:prstGeom>
        </p:spPr>
      </p:pic>
      <p:sp>
        <p:nvSpPr>
          <p:cNvPr id="14" name="TextBox 13">
            <a:extLst>
              <a:ext uri="{FF2B5EF4-FFF2-40B4-BE49-F238E27FC236}">
                <a16:creationId xmlns:a16="http://schemas.microsoft.com/office/drawing/2014/main" id="{AAF1BF2D-A188-0EF0-09C6-973BE59AFA95}"/>
              </a:ext>
            </a:extLst>
          </p:cNvPr>
          <p:cNvSpPr txBox="1"/>
          <p:nvPr/>
        </p:nvSpPr>
        <p:spPr>
          <a:xfrm>
            <a:off x="6448006" y="3332876"/>
            <a:ext cx="979662" cy="36826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Syllabus</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22" name="Graphic 21" descr="Document">
            <a:extLst>
              <a:ext uri="{FF2B5EF4-FFF2-40B4-BE49-F238E27FC236}">
                <a16:creationId xmlns:a16="http://schemas.microsoft.com/office/drawing/2014/main" id="{001402CE-7AB3-930C-8340-25AC08DAC48D}"/>
              </a:ext>
            </a:extLst>
          </p:cNvPr>
          <p:cNvPicPr>
            <a:picLocks noChangeAspect="1"/>
          </p:cNvPicPr>
          <p:nvPr/>
        </p:nvPicPr>
        <p:blipFill>
          <a:blip r:embed="rId27">
            <a:extLst>
              <a:ext uri="{96DAC541-7B7A-43D3-8B79-37D633B846F1}">
                <asvg:svgBlip xmlns:asvg="http://schemas.microsoft.com/office/drawing/2016/SVG/main" xmlns="" r:embed="rId28"/>
              </a:ext>
            </a:extLst>
          </a:blip>
          <a:stretch>
            <a:fillRect/>
          </a:stretch>
        </p:blipFill>
        <p:spPr>
          <a:xfrm>
            <a:off x="8048272" y="3357914"/>
            <a:ext cx="512247" cy="512247"/>
          </a:xfrm>
          <a:prstGeom prst="rect">
            <a:avLst/>
          </a:prstGeom>
        </p:spPr>
      </p:pic>
      <p:sp>
        <p:nvSpPr>
          <p:cNvPr id="27" name="TextBox 26">
            <a:extLst>
              <a:ext uri="{FF2B5EF4-FFF2-40B4-BE49-F238E27FC236}">
                <a16:creationId xmlns:a16="http://schemas.microsoft.com/office/drawing/2014/main" id="{134E2AA9-A662-249D-658F-50357E0A007D}"/>
              </a:ext>
            </a:extLst>
          </p:cNvPr>
          <p:cNvSpPr txBox="1"/>
          <p:nvPr/>
        </p:nvSpPr>
        <p:spPr>
          <a:xfrm>
            <a:off x="1591315" y="5815173"/>
            <a:ext cx="3956729"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Say  Read  Syllabus/ Download Syllabus</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42" name="Graphic 41" descr="Open folder">
            <a:extLst>
              <a:ext uri="{FF2B5EF4-FFF2-40B4-BE49-F238E27FC236}">
                <a16:creationId xmlns:a16="http://schemas.microsoft.com/office/drawing/2014/main" id="{3619C4AD-DC91-7897-C230-380783E4DFFD}"/>
              </a:ext>
            </a:extLst>
          </p:cNvPr>
          <p:cNvPicPr>
            <a:picLocks noChangeAspect="1"/>
          </p:cNvPicPr>
          <p:nvPr/>
        </p:nvPicPr>
        <p:blipFill>
          <a:blip r:embed="rId29">
            <a:extLst>
              <a:ext uri="{96DAC541-7B7A-43D3-8B79-37D633B846F1}">
                <asvg:svgBlip xmlns:asvg="http://schemas.microsoft.com/office/drawing/2016/SVG/main" xmlns="" r:embed="rId30"/>
              </a:ext>
            </a:extLst>
          </a:blip>
          <a:stretch>
            <a:fillRect/>
          </a:stretch>
        </p:blipFill>
        <p:spPr>
          <a:xfrm>
            <a:off x="7466944" y="3352796"/>
            <a:ext cx="487864" cy="487864"/>
          </a:xfrm>
          <a:prstGeom prst="rect">
            <a:avLst/>
          </a:prstGeom>
        </p:spPr>
      </p:pic>
      <p:pic>
        <p:nvPicPr>
          <p:cNvPr id="52" name="Graphic 51" descr="Download">
            <a:extLst>
              <a:ext uri="{FF2B5EF4-FFF2-40B4-BE49-F238E27FC236}">
                <a16:creationId xmlns:a16="http://schemas.microsoft.com/office/drawing/2014/main" id="{9271CF10-B677-F3BE-2AEC-B48894B7A751}"/>
              </a:ext>
            </a:extLst>
          </p:cNvPr>
          <p:cNvPicPr>
            <a:picLocks noChangeAspect="1"/>
          </p:cNvPicPr>
          <p:nvPr/>
        </p:nvPicPr>
        <p:blipFill>
          <a:blip r:embed="rId31">
            <a:extLst>
              <a:ext uri="{96DAC541-7B7A-43D3-8B79-37D633B846F1}">
                <asvg:svgBlip xmlns:asvg="http://schemas.microsoft.com/office/drawing/2016/SVG/main" xmlns="" r:embed="rId32"/>
              </a:ext>
            </a:extLst>
          </a:blip>
          <a:stretch>
            <a:fillRect/>
          </a:stretch>
        </p:blipFill>
        <p:spPr>
          <a:xfrm>
            <a:off x="8617018" y="3398687"/>
            <a:ext cx="457200" cy="457200"/>
          </a:xfrm>
          <a:prstGeom prst="rect">
            <a:avLst/>
          </a:prstGeom>
        </p:spPr>
      </p:pic>
      <p:sp>
        <p:nvSpPr>
          <p:cNvPr id="53" name="TextBox 52">
            <a:extLst>
              <a:ext uri="{FF2B5EF4-FFF2-40B4-BE49-F238E27FC236}">
                <a16:creationId xmlns:a16="http://schemas.microsoft.com/office/drawing/2014/main" id="{A8EB41A1-D977-CDAF-7C08-6F1D77937EFA}"/>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366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9AE9ED65-B98D-9100-7896-F4899E70B0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AD47F90-CAC1-247A-F360-B4F5F984AD6E}"/>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6905BF6B-E0D7-57B0-679F-A5E21546793A}"/>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D1DA804-E954-BBD4-993C-7E179B0B66C2}"/>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4910DF0-9363-261A-94BE-1ED954337793}"/>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0FE723A-FCB8-91BB-3DCF-58A98B3DD2CC}"/>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CA68DD88-AB64-AEC6-CC57-C291BCC14D21}"/>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53FD18F3-4EEF-4D91-A040-49560A501DD9}"/>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68FA9687-258F-05C0-CB56-F15FD331CD5F}"/>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76A6F335-B6D7-91A5-DC17-70EEB51A3858}"/>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D39A6F51-CE26-07CB-34E3-6108C783407D}"/>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E11D77C4-3885-3FFD-7182-69F06F26A441}"/>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DC953E88-B51A-FB2E-B73B-03784AA04EDE}"/>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745F202B-D50B-13CC-D8AA-6708562E6D32}"/>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F45CB02F-FAF8-B177-817F-FB10BB324BFC}"/>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F993C440-780B-9F86-3F3D-E1A28EB185FD}"/>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0E53E51-50D9-89EC-3F2C-C3EB2328B554}"/>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494F017C-BC42-268D-7BA7-3CEAFC953DDD}"/>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16" name="TextBox 15">
            <a:extLst>
              <a:ext uri="{FF2B5EF4-FFF2-40B4-BE49-F238E27FC236}">
                <a16:creationId xmlns:a16="http://schemas.microsoft.com/office/drawing/2014/main" id="{34760413-5A57-E722-6CEE-73080A576609}"/>
              </a:ext>
            </a:extLst>
          </p:cNvPr>
          <p:cNvSpPr txBox="1"/>
          <p:nvPr/>
        </p:nvSpPr>
        <p:spPr>
          <a:xfrm>
            <a:off x="7820689" y="1479762"/>
            <a:ext cx="979662" cy="36826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Topic</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8D43925-39E3-E48E-2BB4-01900020BBE8}"/>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044EE2B1-7A3D-2516-5BC0-59ADB4495DB0}"/>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A493787-58F7-161F-E29E-F72114C11FBB}"/>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976B18-D5E8-60AA-572B-678E0CF04EB1}"/>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42AAE3C-261A-4BD6-6D10-927CC26B3EEB}"/>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D60D5029-C6A5-871A-CA80-615D933F50A6}"/>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3E2CCF53-ACFA-ADA6-E0CD-CCD8D9EFAC3E}"/>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AD9FDAC4-2335-5F9F-DF37-CC3CEA67D69F}"/>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20503E35-DB34-A2D5-ECB2-F010B36C8CFC}"/>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0DE6E7D4-403C-42A5-AB77-E1FBD6C23F6C}"/>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882F5C84-A513-445C-3F5B-755D43E264AB}"/>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D735695C-4E58-678D-CF28-E13AD16563BE}"/>
              </a:ext>
            </a:extLst>
          </p:cNvPr>
          <p:cNvSpPr txBox="1"/>
          <p:nvPr/>
        </p:nvSpPr>
        <p:spPr>
          <a:xfrm>
            <a:off x="10275" y="2857224"/>
            <a:ext cx="1262815" cy="369331"/>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1D7F2051-6C9E-013A-C03D-062503CAB975}"/>
              </a:ext>
            </a:extLst>
          </p:cNvPr>
          <p:cNvSpPr/>
          <p:nvPr/>
        </p:nvSpPr>
        <p:spPr>
          <a:xfrm>
            <a:off x="1385833" y="1411193"/>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Courses</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CEE932EB-C905-5344-E10D-3352D65AB1AE}"/>
              </a:ext>
            </a:extLst>
          </p:cNvPr>
          <p:cNvSpPr/>
          <p:nvPr/>
        </p:nvSpPr>
        <p:spPr>
          <a:xfrm>
            <a:off x="2494441" y="1467269"/>
            <a:ext cx="3184170" cy="42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E5C25235-C839-7139-92B1-81D47CABAAC6}"/>
              </a:ext>
            </a:extLst>
          </p:cNvPr>
          <p:cNvSpPr/>
          <p:nvPr/>
        </p:nvSpPr>
        <p:spPr>
          <a:xfrm>
            <a:off x="5558148" y="1433063"/>
            <a:ext cx="823108"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Unit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92B47CBF-93BC-9AD2-7BBF-C22E429EAA2E}"/>
              </a:ext>
            </a:extLst>
          </p:cNvPr>
          <p:cNvSpPr/>
          <p:nvPr/>
        </p:nvSpPr>
        <p:spPr>
          <a:xfrm>
            <a:off x="6361907" y="1497784"/>
            <a:ext cx="1360942" cy="4035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10CC315F-5E24-4DBE-F276-56C39B484CC9}"/>
              </a:ext>
            </a:extLst>
          </p:cNvPr>
          <p:cNvSpPr/>
          <p:nvPr/>
        </p:nvSpPr>
        <p:spPr>
          <a:xfrm>
            <a:off x="8741221" y="1522098"/>
            <a:ext cx="1749779" cy="379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6D130153-58BA-D7A7-8457-A316BE68377E}"/>
              </a:ext>
            </a:extLst>
          </p:cNvPr>
          <p:cNvSpPr/>
          <p:nvPr/>
        </p:nvSpPr>
        <p:spPr>
          <a:xfrm rot="10800000">
            <a:off x="5255208" y="153701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39E1A93F-6F8B-44E4-5E6D-03D211021B69}"/>
              </a:ext>
            </a:extLst>
          </p:cNvPr>
          <p:cNvSpPr/>
          <p:nvPr/>
        </p:nvSpPr>
        <p:spPr>
          <a:xfrm rot="10800000">
            <a:off x="7427499" y="1573982"/>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39400510-E1D8-1C1C-57CF-AA5A8C9EB4B7}"/>
              </a:ext>
            </a:extLst>
          </p:cNvPr>
          <p:cNvSpPr/>
          <p:nvPr/>
        </p:nvSpPr>
        <p:spPr>
          <a:xfrm rot="10800000">
            <a:off x="10100311" y="1573982"/>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aphicFrame>
        <p:nvGraphicFramePr>
          <p:cNvPr id="14" name="Table 13">
            <a:extLst>
              <a:ext uri="{FF2B5EF4-FFF2-40B4-BE49-F238E27FC236}">
                <a16:creationId xmlns:a16="http://schemas.microsoft.com/office/drawing/2014/main" id="{EB4BA76F-74B9-DF09-E533-2C6D99F9BCC4}"/>
              </a:ext>
            </a:extLst>
          </p:cNvPr>
          <p:cNvGraphicFramePr>
            <a:graphicFrameLocks noGrp="1"/>
          </p:cNvGraphicFramePr>
          <p:nvPr>
            <p:extLst>
              <p:ext uri="{D42A27DB-BD31-4B8C-83A1-F6EECF244321}">
                <p14:modId xmlns:p14="http://schemas.microsoft.com/office/powerpoint/2010/main" val="984407838"/>
              </p:ext>
            </p:extLst>
          </p:nvPr>
        </p:nvGraphicFramePr>
        <p:xfrm>
          <a:off x="2479981" y="2784930"/>
          <a:ext cx="8128000" cy="222504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184063469"/>
                    </a:ext>
                  </a:extLst>
                </a:gridCol>
                <a:gridCol w="1625600">
                  <a:extLst>
                    <a:ext uri="{9D8B030D-6E8A-4147-A177-3AD203B41FA5}">
                      <a16:colId xmlns:a16="http://schemas.microsoft.com/office/drawing/2014/main" val="910096612"/>
                    </a:ext>
                  </a:extLst>
                </a:gridCol>
                <a:gridCol w="1625600">
                  <a:extLst>
                    <a:ext uri="{9D8B030D-6E8A-4147-A177-3AD203B41FA5}">
                      <a16:colId xmlns:a16="http://schemas.microsoft.com/office/drawing/2014/main" val="2561887840"/>
                    </a:ext>
                  </a:extLst>
                </a:gridCol>
                <a:gridCol w="1625600">
                  <a:extLst>
                    <a:ext uri="{9D8B030D-6E8A-4147-A177-3AD203B41FA5}">
                      <a16:colId xmlns:a16="http://schemas.microsoft.com/office/drawing/2014/main" val="2686254130"/>
                    </a:ext>
                  </a:extLst>
                </a:gridCol>
                <a:gridCol w="1625600">
                  <a:extLst>
                    <a:ext uri="{9D8B030D-6E8A-4147-A177-3AD203B41FA5}">
                      <a16:colId xmlns:a16="http://schemas.microsoft.com/office/drawing/2014/main" val="19957982"/>
                    </a:ext>
                  </a:extLst>
                </a:gridCol>
              </a:tblGrid>
              <a:tr h="370840">
                <a:tc gridSpan="4">
                  <a:txBody>
                    <a:bodyPr/>
                    <a:lstStyle/>
                    <a:p>
                      <a:r>
                        <a:rPr lang="en-US" dirty="0">
                          <a:solidFill>
                            <a:schemeClr val="bg1"/>
                          </a:solidFill>
                        </a:rPr>
                        <a:t>1.</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r>
                        <a:rPr lang="en-US" dirty="0">
                          <a:solidFill>
                            <a:schemeClr val="bg1"/>
                          </a:solidFill>
                        </a:rPr>
                        <a:t>Your Answer</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40703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5576493"/>
                  </a:ext>
                </a:extLst>
              </a:tr>
              <a:tr h="370840">
                <a:tc gridSpan="4">
                  <a:txBody>
                    <a:bodyPr/>
                    <a:lstStyle/>
                    <a:p>
                      <a:r>
                        <a:rPr lang="en-US" dirty="0">
                          <a:solidFill>
                            <a:schemeClr val="bg1"/>
                          </a:solidFill>
                        </a:rPr>
                        <a:t>2.</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939867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948820"/>
                  </a:ext>
                </a:extLst>
              </a:tr>
              <a:tr h="370840">
                <a:tc gridSpan="4">
                  <a:txBody>
                    <a:bodyPr/>
                    <a:lstStyle/>
                    <a:p>
                      <a:r>
                        <a:rPr lang="en-US" dirty="0">
                          <a:solidFill>
                            <a:schemeClr val="bg1"/>
                          </a:solidFill>
                        </a:rPr>
                        <a:t>3.</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44403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5837440"/>
                  </a:ext>
                </a:extLst>
              </a:tr>
            </a:tbl>
          </a:graphicData>
        </a:graphic>
      </p:graphicFrame>
      <p:graphicFrame>
        <p:nvGraphicFramePr>
          <p:cNvPr id="18" name="Table 17">
            <a:extLst>
              <a:ext uri="{FF2B5EF4-FFF2-40B4-BE49-F238E27FC236}">
                <a16:creationId xmlns:a16="http://schemas.microsoft.com/office/drawing/2014/main" id="{5270A34D-ECB2-DF0F-0462-B2EA16140C5D}"/>
              </a:ext>
            </a:extLst>
          </p:cNvPr>
          <p:cNvGraphicFramePr>
            <a:graphicFrameLocks noGrp="1"/>
          </p:cNvGraphicFramePr>
          <p:nvPr>
            <p:extLst>
              <p:ext uri="{D42A27DB-BD31-4B8C-83A1-F6EECF244321}">
                <p14:modId xmlns:p14="http://schemas.microsoft.com/office/powerpoint/2010/main" val="3573390494"/>
              </p:ext>
            </p:extLst>
          </p:nvPr>
        </p:nvGraphicFramePr>
        <p:xfrm>
          <a:off x="2494441" y="5003783"/>
          <a:ext cx="8128000" cy="148336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2364373913"/>
                    </a:ext>
                  </a:extLst>
                </a:gridCol>
                <a:gridCol w="1625600">
                  <a:extLst>
                    <a:ext uri="{9D8B030D-6E8A-4147-A177-3AD203B41FA5}">
                      <a16:colId xmlns:a16="http://schemas.microsoft.com/office/drawing/2014/main" val="3031898609"/>
                    </a:ext>
                  </a:extLst>
                </a:gridCol>
                <a:gridCol w="1625600">
                  <a:extLst>
                    <a:ext uri="{9D8B030D-6E8A-4147-A177-3AD203B41FA5}">
                      <a16:colId xmlns:a16="http://schemas.microsoft.com/office/drawing/2014/main" val="2271693385"/>
                    </a:ext>
                  </a:extLst>
                </a:gridCol>
                <a:gridCol w="1625600">
                  <a:extLst>
                    <a:ext uri="{9D8B030D-6E8A-4147-A177-3AD203B41FA5}">
                      <a16:colId xmlns:a16="http://schemas.microsoft.com/office/drawing/2014/main" val="2455766532"/>
                    </a:ext>
                  </a:extLst>
                </a:gridCol>
                <a:gridCol w="1625600">
                  <a:extLst>
                    <a:ext uri="{9D8B030D-6E8A-4147-A177-3AD203B41FA5}">
                      <a16:colId xmlns:a16="http://schemas.microsoft.com/office/drawing/2014/main" val="410242132"/>
                    </a:ext>
                  </a:extLst>
                </a:gridCol>
              </a:tblGrid>
              <a:tr h="370840">
                <a:tc gridSpan="4">
                  <a:txBody>
                    <a:bodyPr/>
                    <a:lstStyle/>
                    <a:p>
                      <a:r>
                        <a:rPr lang="en-US" dirty="0">
                          <a:solidFill>
                            <a:schemeClr val="bg1"/>
                          </a:solidFill>
                        </a:rPr>
                        <a:t>4.</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33185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421478"/>
                  </a:ext>
                </a:extLst>
              </a:tr>
              <a:tr h="370840">
                <a:tc gridSpan="4">
                  <a:txBody>
                    <a:bodyPr/>
                    <a:lstStyle/>
                    <a:p>
                      <a:r>
                        <a:rPr lang="en-US" dirty="0">
                          <a:solidFill>
                            <a:schemeClr val="bg1"/>
                          </a:solidFill>
                        </a:rPr>
                        <a:t>5.</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4750246"/>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511889"/>
                  </a:ext>
                </a:extLst>
              </a:tr>
            </a:tbl>
          </a:graphicData>
        </a:graphic>
      </p:graphicFrame>
      <p:sp>
        <p:nvSpPr>
          <p:cNvPr id="21" name="Rectangle 20">
            <a:extLst>
              <a:ext uri="{FF2B5EF4-FFF2-40B4-BE49-F238E27FC236}">
                <a16:creationId xmlns:a16="http://schemas.microsoft.com/office/drawing/2014/main" id="{CF95C06C-4DE2-7456-02D7-4E37115A4EB8}"/>
              </a:ext>
            </a:extLst>
          </p:cNvPr>
          <p:cNvSpPr/>
          <p:nvPr/>
        </p:nvSpPr>
        <p:spPr>
          <a:xfrm>
            <a:off x="4842658" y="2196741"/>
            <a:ext cx="1340777"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Start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A31B5192-68D2-B7B4-E42C-BF285FC6152A}"/>
              </a:ext>
            </a:extLst>
          </p:cNvPr>
          <p:cNvSpPr/>
          <p:nvPr/>
        </p:nvSpPr>
        <p:spPr>
          <a:xfrm>
            <a:off x="7848601" y="2213711"/>
            <a:ext cx="1340777" cy="311229"/>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Repeat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804BE7B-CB40-ED6C-3839-CBA4B25A9BFB}"/>
              </a:ext>
            </a:extLst>
          </p:cNvPr>
          <p:cNvSpPr txBox="1"/>
          <p:nvPr/>
        </p:nvSpPr>
        <p:spPr>
          <a:xfrm>
            <a:off x="1320082" y="1901355"/>
            <a:ext cx="3646847" cy="2862322"/>
          </a:xfrm>
          <a:prstGeom prst="rect">
            <a:avLst/>
          </a:prstGeom>
          <a:noFill/>
        </p:spPr>
        <p:txBody>
          <a:bodyPr wrap="square" rtlCol="0">
            <a:spAutoFit/>
          </a:bodyPr>
          <a:lstStyle/>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Say start once u choose course, unit and topic.</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Listen to the question and options. Wait till they are repeated again. </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Say the correct answer after a beep. </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Then  say submit.</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If you want to repeat the quiz, say repeat.</a:t>
            </a:r>
          </a:p>
        </p:txBody>
      </p:sp>
      <p:sp>
        <p:nvSpPr>
          <p:cNvPr id="29" name="Rectangle 28">
            <a:extLst>
              <a:ext uri="{FF2B5EF4-FFF2-40B4-BE49-F238E27FC236}">
                <a16:creationId xmlns:a16="http://schemas.microsoft.com/office/drawing/2014/main" id="{6B664C8C-9EB5-043B-EF6A-815955F8DEB7}"/>
              </a:ext>
            </a:extLst>
          </p:cNvPr>
          <p:cNvSpPr/>
          <p:nvPr/>
        </p:nvSpPr>
        <p:spPr>
          <a:xfrm>
            <a:off x="6414541" y="2213711"/>
            <a:ext cx="1340777" cy="311229"/>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6" action="ppaction://hlinksldjump">
                  <a:extLst>
                    <a:ext uri="{A12FA001-AC4F-418D-AE19-62706E023703}">
                      <ahyp:hlinkClr xmlns:ahyp="http://schemas.microsoft.com/office/drawing/2018/hyperlinkcolor" xmlns="" val="tx"/>
                    </a:ext>
                  </a:extLst>
                </a:hlinkClick>
              </a:rPr>
              <a:t>Submit</a:t>
            </a:r>
            <a:endParaRPr lang="en-IN" dirty="0">
              <a:solidFill>
                <a:schemeClr val="bg1"/>
              </a:solidFill>
              <a:latin typeface="Times New Roman" panose="02020603050405020304" pitchFamily="18" charset="0"/>
              <a:cs typeface="Times New Roman" panose="02020603050405020304" pitchFamily="18" charset="0"/>
            </a:endParaRPr>
          </a:p>
        </p:txBody>
      </p:sp>
      <p:grpSp>
        <p:nvGrpSpPr>
          <p:cNvPr id="42" name="Group 41">
            <a:extLst>
              <a:ext uri="{FF2B5EF4-FFF2-40B4-BE49-F238E27FC236}">
                <a16:creationId xmlns:a16="http://schemas.microsoft.com/office/drawing/2014/main" id="{B76F68B2-EE45-92F2-4288-136B5835EC5C}"/>
              </a:ext>
            </a:extLst>
          </p:cNvPr>
          <p:cNvGrpSpPr/>
          <p:nvPr/>
        </p:nvGrpSpPr>
        <p:grpSpPr>
          <a:xfrm>
            <a:off x="10685712" y="1251620"/>
            <a:ext cx="1477850" cy="3668365"/>
            <a:chOff x="10685711" y="1251620"/>
            <a:chExt cx="1506289" cy="3880703"/>
          </a:xfrm>
        </p:grpSpPr>
        <p:sp>
          <p:nvSpPr>
            <p:cNvPr id="43" name="Rectangle 42">
              <a:extLst>
                <a:ext uri="{FF2B5EF4-FFF2-40B4-BE49-F238E27FC236}">
                  <a16:creationId xmlns:a16="http://schemas.microsoft.com/office/drawing/2014/main" id="{A4636389-8EC2-8D29-3B30-96FA9A61D556}"/>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2" name="Group 51">
              <a:extLst>
                <a:ext uri="{FF2B5EF4-FFF2-40B4-BE49-F238E27FC236}">
                  <a16:creationId xmlns:a16="http://schemas.microsoft.com/office/drawing/2014/main" id="{7FD9CB37-A14A-DC77-0E5A-F657FDAE6D7F}"/>
                </a:ext>
              </a:extLst>
            </p:cNvPr>
            <p:cNvGrpSpPr/>
            <p:nvPr/>
          </p:nvGrpSpPr>
          <p:grpSpPr>
            <a:xfrm>
              <a:off x="10883795" y="1355041"/>
              <a:ext cx="1251032" cy="3299152"/>
              <a:chOff x="10902592" y="1319260"/>
              <a:chExt cx="1251032" cy="3355482"/>
            </a:xfrm>
          </p:grpSpPr>
          <p:sp>
            <p:nvSpPr>
              <p:cNvPr id="53" name="Rectangle 52">
                <a:extLst>
                  <a:ext uri="{FF2B5EF4-FFF2-40B4-BE49-F238E27FC236}">
                    <a16:creationId xmlns:a16="http://schemas.microsoft.com/office/drawing/2014/main" id="{4E965F62-ED50-794E-BF94-153981013AA5}"/>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60FDB32A-1488-E2ED-6FFA-4DFA674CA9C5}"/>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5" name="Rectangle 54">
                <a:extLst>
                  <a:ext uri="{FF2B5EF4-FFF2-40B4-BE49-F238E27FC236}">
                    <a16:creationId xmlns:a16="http://schemas.microsoft.com/office/drawing/2014/main" id="{C5E66D56-423A-DB2A-793C-7E66179CEAB4}"/>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D9661E93-0ECB-0349-905C-91784C93E229}"/>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B4082DF5-6006-4B85-DD34-E8F9B2BA0679}"/>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11" name="TextBox 10">
            <a:extLst>
              <a:ext uri="{FF2B5EF4-FFF2-40B4-BE49-F238E27FC236}">
                <a16:creationId xmlns:a16="http://schemas.microsoft.com/office/drawing/2014/main" id="{54CD5C27-2B2E-000F-916A-CB476851F583}"/>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7"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6D2FD377-A924-C45E-CA98-A98494D9BD99}"/>
              </a:ext>
            </a:extLst>
          </p:cNvPr>
          <p:cNvPicPr>
            <a:picLocks noChangeAspect="1"/>
          </p:cNvPicPr>
          <p:nvPr/>
        </p:nvPicPr>
        <p:blipFill>
          <a:blip r:embed="rId28"/>
          <a:stretch>
            <a:fillRect/>
          </a:stretch>
        </p:blipFill>
        <p:spPr>
          <a:xfrm>
            <a:off x="4229720" y="257670"/>
            <a:ext cx="978778" cy="940995"/>
          </a:xfrm>
          <a:prstGeom prst="rect">
            <a:avLst/>
          </a:prstGeom>
        </p:spPr>
      </p:pic>
      <p:sp>
        <p:nvSpPr>
          <p:cNvPr id="25" name="TextBox 24">
            <a:extLst>
              <a:ext uri="{FF2B5EF4-FFF2-40B4-BE49-F238E27FC236}">
                <a16:creationId xmlns:a16="http://schemas.microsoft.com/office/drawing/2014/main" id="{51630E03-5504-7B2B-1110-B7C2E6638C60}"/>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1120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B822BDC-3C10-8A65-0E79-FFC021F1A9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B53EFB-5569-EC27-D479-2498754315C4}"/>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3D5632DA-CCF1-0283-68EF-B8A5BC26CAEF}"/>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58E8E5C-5F3C-0A97-6655-792D8BF178EE}"/>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56B93CE-D46C-73B5-7EC6-42F43F3172DA}"/>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7A4550D-F7BA-30A5-2FFA-2C7B26362186}"/>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57A281ED-80D2-3514-E3C4-33EE8C5D8E3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A3EBE5C2-DCDD-A829-D92A-E009FA318392}"/>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5E6D4C1B-5DEE-52E6-576B-8F72D8BBC88F}"/>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D57DD501-C295-07FA-19D4-ACB14DE1A6F2}"/>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8020E2D2-6738-80CE-68B3-BB8900866FD7}"/>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24019150-3A44-969A-C908-98A785687A4A}"/>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D2027189-3115-95B7-0F94-47D6643392CE}"/>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68F36E02-208A-F6E7-B8A1-95274AD48839}"/>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506F2ED7-B602-FE9C-E53B-66983DBFAF7D}"/>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B4C6BA61-BC7E-2AFF-67BB-66ACF4B99191}"/>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32B675C-24C5-EB6E-04EF-E8D53F56CFC6}"/>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8B94ABF1-D180-9743-16CF-B20452A706BE}"/>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5" name="TextBox 4">
            <a:extLst>
              <a:ext uri="{FF2B5EF4-FFF2-40B4-BE49-F238E27FC236}">
                <a16:creationId xmlns:a16="http://schemas.microsoft.com/office/drawing/2014/main" id="{BDBD695C-3FB4-BC0F-2DFB-58BB83E1E3A5}"/>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BC7EC62E-8537-DE4B-AB1C-16B558571F32}"/>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C2FB196-F86F-B6C9-C1DC-0D7EB0ADAAB1}"/>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5523CC9-47B5-29BE-1E5A-5E4CC3EA2AB6}"/>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BC3772B-9B8C-305B-3760-AFD71A08A2C1}"/>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C9397DA0-E623-C2F9-53B7-D04A82F0723E}"/>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40F0BFBB-D2DF-E9A8-E136-7EFB979CF0BE}"/>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27C982F6-1AE6-09A1-3242-8AF61FA208D8}"/>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26EA70CB-4F40-781E-8884-507AA9512EB2}"/>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97C3754F-7C45-C66D-A280-16A8F65ED2E6}"/>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A06264ED-E28E-3BF9-2FD6-A4BEBEAB974F}"/>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A42A227B-4B93-E366-5916-6B301C3A3346}"/>
              </a:ext>
            </a:extLst>
          </p:cNvPr>
          <p:cNvSpPr txBox="1"/>
          <p:nvPr/>
        </p:nvSpPr>
        <p:spPr>
          <a:xfrm>
            <a:off x="10275" y="2857224"/>
            <a:ext cx="1340775"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C60D5DE0-F08F-2996-0486-644DC3147A58}"/>
              </a:ext>
            </a:extLst>
          </p:cNvPr>
          <p:cNvGraphicFramePr>
            <a:graphicFrameLocks noGrp="1"/>
          </p:cNvGraphicFramePr>
          <p:nvPr>
            <p:extLst>
              <p:ext uri="{D42A27DB-BD31-4B8C-83A1-F6EECF244321}">
                <p14:modId xmlns:p14="http://schemas.microsoft.com/office/powerpoint/2010/main" val="3441701089"/>
              </p:ext>
            </p:extLst>
          </p:nvPr>
        </p:nvGraphicFramePr>
        <p:xfrm>
          <a:off x="2468878" y="2431342"/>
          <a:ext cx="8128000" cy="222504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184063469"/>
                    </a:ext>
                  </a:extLst>
                </a:gridCol>
                <a:gridCol w="1625600">
                  <a:extLst>
                    <a:ext uri="{9D8B030D-6E8A-4147-A177-3AD203B41FA5}">
                      <a16:colId xmlns:a16="http://schemas.microsoft.com/office/drawing/2014/main" val="910096612"/>
                    </a:ext>
                  </a:extLst>
                </a:gridCol>
                <a:gridCol w="1625600">
                  <a:extLst>
                    <a:ext uri="{9D8B030D-6E8A-4147-A177-3AD203B41FA5}">
                      <a16:colId xmlns:a16="http://schemas.microsoft.com/office/drawing/2014/main" val="2561887840"/>
                    </a:ext>
                  </a:extLst>
                </a:gridCol>
                <a:gridCol w="1625600">
                  <a:extLst>
                    <a:ext uri="{9D8B030D-6E8A-4147-A177-3AD203B41FA5}">
                      <a16:colId xmlns:a16="http://schemas.microsoft.com/office/drawing/2014/main" val="2686254130"/>
                    </a:ext>
                  </a:extLst>
                </a:gridCol>
                <a:gridCol w="1625600">
                  <a:extLst>
                    <a:ext uri="{9D8B030D-6E8A-4147-A177-3AD203B41FA5}">
                      <a16:colId xmlns:a16="http://schemas.microsoft.com/office/drawing/2014/main" val="19957982"/>
                    </a:ext>
                  </a:extLst>
                </a:gridCol>
              </a:tblGrid>
              <a:tr h="370840">
                <a:tc gridSpan="4">
                  <a:txBody>
                    <a:bodyPr/>
                    <a:lstStyle/>
                    <a:p>
                      <a:r>
                        <a:rPr lang="en-US" dirty="0">
                          <a:solidFill>
                            <a:schemeClr val="bg1"/>
                          </a:solidFill>
                        </a:rPr>
                        <a:t>1.</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r>
                        <a:rPr lang="en-US" dirty="0">
                          <a:solidFill>
                            <a:schemeClr val="bg1"/>
                          </a:solidFill>
                        </a:rPr>
                        <a:t>Correct answer</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40703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5576493"/>
                  </a:ext>
                </a:extLst>
              </a:tr>
              <a:tr h="370840">
                <a:tc gridSpan="4">
                  <a:txBody>
                    <a:bodyPr/>
                    <a:lstStyle/>
                    <a:p>
                      <a:r>
                        <a:rPr lang="en-US" dirty="0">
                          <a:solidFill>
                            <a:schemeClr val="bg1"/>
                          </a:solidFill>
                        </a:rPr>
                        <a:t>2.</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939867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948820"/>
                  </a:ext>
                </a:extLst>
              </a:tr>
              <a:tr h="370840">
                <a:tc gridSpan="4">
                  <a:txBody>
                    <a:bodyPr/>
                    <a:lstStyle/>
                    <a:p>
                      <a:r>
                        <a:rPr lang="en-US" dirty="0">
                          <a:solidFill>
                            <a:schemeClr val="bg1"/>
                          </a:solidFill>
                        </a:rPr>
                        <a:t>3.</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44403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5837440"/>
                  </a:ext>
                </a:extLst>
              </a:tr>
            </a:tbl>
          </a:graphicData>
        </a:graphic>
      </p:graphicFrame>
      <p:graphicFrame>
        <p:nvGraphicFramePr>
          <p:cNvPr id="18" name="Table 17">
            <a:extLst>
              <a:ext uri="{FF2B5EF4-FFF2-40B4-BE49-F238E27FC236}">
                <a16:creationId xmlns:a16="http://schemas.microsoft.com/office/drawing/2014/main" id="{08482801-C4CD-97FF-076A-F80DF365FE81}"/>
              </a:ext>
            </a:extLst>
          </p:cNvPr>
          <p:cNvGraphicFramePr>
            <a:graphicFrameLocks noGrp="1"/>
          </p:cNvGraphicFramePr>
          <p:nvPr/>
        </p:nvGraphicFramePr>
        <p:xfrm>
          <a:off x="2469706" y="4661145"/>
          <a:ext cx="8128000" cy="148336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2364373913"/>
                    </a:ext>
                  </a:extLst>
                </a:gridCol>
                <a:gridCol w="1625600">
                  <a:extLst>
                    <a:ext uri="{9D8B030D-6E8A-4147-A177-3AD203B41FA5}">
                      <a16:colId xmlns:a16="http://schemas.microsoft.com/office/drawing/2014/main" val="3031898609"/>
                    </a:ext>
                  </a:extLst>
                </a:gridCol>
                <a:gridCol w="1625600">
                  <a:extLst>
                    <a:ext uri="{9D8B030D-6E8A-4147-A177-3AD203B41FA5}">
                      <a16:colId xmlns:a16="http://schemas.microsoft.com/office/drawing/2014/main" val="2271693385"/>
                    </a:ext>
                  </a:extLst>
                </a:gridCol>
                <a:gridCol w="1625600">
                  <a:extLst>
                    <a:ext uri="{9D8B030D-6E8A-4147-A177-3AD203B41FA5}">
                      <a16:colId xmlns:a16="http://schemas.microsoft.com/office/drawing/2014/main" val="2455766532"/>
                    </a:ext>
                  </a:extLst>
                </a:gridCol>
                <a:gridCol w="1625600">
                  <a:extLst>
                    <a:ext uri="{9D8B030D-6E8A-4147-A177-3AD203B41FA5}">
                      <a16:colId xmlns:a16="http://schemas.microsoft.com/office/drawing/2014/main" val="410242132"/>
                    </a:ext>
                  </a:extLst>
                </a:gridCol>
              </a:tblGrid>
              <a:tr h="370840">
                <a:tc gridSpan="4">
                  <a:txBody>
                    <a:bodyPr/>
                    <a:lstStyle/>
                    <a:p>
                      <a:r>
                        <a:rPr lang="en-US" dirty="0">
                          <a:solidFill>
                            <a:schemeClr val="bg1"/>
                          </a:solidFill>
                        </a:rPr>
                        <a:t>4.</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33185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421478"/>
                  </a:ext>
                </a:extLst>
              </a:tr>
              <a:tr h="370840">
                <a:tc gridSpan="4">
                  <a:txBody>
                    <a:bodyPr/>
                    <a:lstStyle/>
                    <a:p>
                      <a:r>
                        <a:rPr lang="en-US" dirty="0">
                          <a:solidFill>
                            <a:schemeClr val="bg1"/>
                          </a:solidFill>
                        </a:rPr>
                        <a:t>5.</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4750246"/>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511889"/>
                  </a:ext>
                </a:extLst>
              </a:tr>
            </a:tbl>
          </a:graphicData>
        </a:graphic>
      </p:graphicFrame>
      <p:sp>
        <p:nvSpPr>
          <p:cNvPr id="11" name="TextBox 10">
            <a:extLst>
              <a:ext uri="{FF2B5EF4-FFF2-40B4-BE49-F238E27FC236}">
                <a16:creationId xmlns:a16="http://schemas.microsoft.com/office/drawing/2014/main" id="{B5523002-44CA-92F6-C60C-A44CC65D72CE}"/>
              </a:ext>
            </a:extLst>
          </p:cNvPr>
          <p:cNvSpPr txBox="1"/>
          <p:nvPr/>
        </p:nvSpPr>
        <p:spPr>
          <a:xfrm>
            <a:off x="1482423" y="1368236"/>
            <a:ext cx="3184170" cy="369332"/>
          </a:xfrm>
          <a:prstGeom prst="rect">
            <a:avLst/>
          </a:prstGeom>
          <a:noFill/>
        </p:spPr>
        <p:txBody>
          <a:bodyPr wrap="square" rtlCol="0">
            <a:spAutoFit/>
          </a:bodyPr>
          <a:lstStyle/>
          <a:p>
            <a:r>
              <a:rPr lang="en-US" dirty="0">
                <a:solidFill>
                  <a:schemeClr val="bg1"/>
                </a:solidFill>
              </a:rPr>
              <a:t>Congratulations! Your Score is 5.</a:t>
            </a:r>
          </a:p>
        </p:txBody>
      </p:sp>
      <p:sp>
        <p:nvSpPr>
          <p:cNvPr id="19" name="TextBox 18">
            <a:extLst>
              <a:ext uri="{FF2B5EF4-FFF2-40B4-BE49-F238E27FC236}">
                <a16:creationId xmlns:a16="http://schemas.microsoft.com/office/drawing/2014/main" id="{90CAE7BF-61CD-C0A1-DC69-73DFA7A3B380}"/>
              </a:ext>
            </a:extLst>
          </p:cNvPr>
          <p:cNvSpPr txBox="1"/>
          <p:nvPr/>
        </p:nvSpPr>
        <p:spPr>
          <a:xfrm>
            <a:off x="4666593" y="1379267"/>
            <a:ext cx="2694091" cy="380028"/>
          </a:xfrm>
          <a:prstGeom prst="rect">
            <a:avLst/>
          </a:prstGeom>
          <a:noFill/>
        </p:spPr>
        <p:txBody>
          <a:bodyPr wrap="square" rtlCol="0">
            <a:spAutoFit/>
          </a:bodyPr>
          <a:lstStyle/>
          <a:p>
            <a:r>
              <a:rPr lang="en-US" dirty="0">
                <a:solidFill>
                  <a:schemeClr val="bg1"/>
                </a:solidFill>
              </a:rPr>
              <a:t>Very Good! Your Score is 4.</a:t>
            </a:r>
          </a:p>
        </p:txBody>
      </p:sp>
      <p:sp>
        <p:nvSpPr>
          <p:cNvPr id="21" name="TextBox 20">
            <a:extLst>
              <a:ext uri="{FF2B5EF4-FFF2-40B4-BE49-F238E27FC236}">
                <a16:creationId xmlns:a16="http://schemas.microsoft.com/office/drawing/2014/main" id="{37648D9D-3E1C-1761-D9EB-C07CFD3EF0B2}"/>
              </a:ext>
            </a:extLst>
          </p:cNvPr>
          <p:cNvSpPr txBox="1"/>
          <p:nvPr/>
        </p:nvSpPr>
        <p:spPr>
          <a:xfrm>
            <a:off x="7469312" y="1330769"/>
            <a:ext cx="3184170" cy="369332"/>
          </a:xfrm>
          <a:prstGeom prst="rect">
            <a:avLst/>
          </a:prstGeom>
          <a:noFill/>
        </p:spPr>
        <p:txBody>
          <a:bodyPr wrap="square" rtlCol="0">
            <a:spAutoFit/>
          </a:bodyPr>
          <a:lstStyle/>
          <a:p>
            <a:r>
              <a:rPr lang="en-US" dirty="0">
                <a:solidFill>
                  <a:schemeClr val="bg1"/>
                </a:solidFill>
              </a:rPr>
              <a:t>Good! Your Score is 3.Try Again</a:t>
            </a:r>
          </a:p>
        </p:txBody>
      </p:sp>
      <p:sp>
        <p:nvSpPr>
          <p:cNvPr id="22" name="TextBox 21">
            <a:extLst>
              <a:ext uri="{FF2B5EF4-FFF2-40B4-BE49-F238E27FC236}">
                <a16:creationId xmlns:a16="http://schemas.microsoft.com/office/drawing/2014/main" id="{88122564-4161-2556-2F6A-DA61663EFDE7}"/>
              </a:ext>
            </a:extLst>
          </p:cNvPr>
          <p:cNvSpPr txBox="1"/>
          <p:nvPr/>
        </p:nvSpPr>
        <p:spPr>
          <a:xfrm>
            <a:off x="2666962" y="1887004"/>
            <a:ext cx="3994113" cy="369332"/>
          </a:xfrm>
          <a:prstGeom prst="rect">
            <a:avLst/>
          </a:prstGeom>
          <a:noFill/>
        </p:spPr>
        <p:txBody>
          <a:bodyPr wrap="square" rtlCol="0">
            <a:spAutoFit/>
          </a:bodyPr>
          <a:lstStyle/>
          <a:p>
            <a:r>
              <a:rPr lang="en-US" dirty="0">
                <a:solidFill>
                  <a:schemeClr val="bg1"/>
                </a:solidFill>
              </a:rPr>
              <a:t>Listen to the topic again! Your Score is 2.</a:t>
            </a:r>
          </a:p>
        </p:txBody>
      </p:sp>
      <p:sp>
        <p:nvSpPr>
          <p:cNvPr id="25" name="TextBox 24">
            <a:extLst>
              <a:ext uri="{FF2B5EF4-FFF2-40B4-BE49-F238E27FC236}">
                <a16:creationId xmlns:a16="http://schemas.microsoft.com/office/drawing/2014/main" id="{FB357F7F-BB50-3BF3-FB9C-5AAD1A003AA2}"/>
              </a:ext>
            </a:extLst>
          </p:cNvPr>
          <p:cNvSpPr txBox="1"/>
          <p:nvPr/>
        </p:nvSpPr>
        <p:spPr>
          <a:xfrm>
            <a:off x="6626828" y="1855962"/>
            <a:ext cx="3994113" cy="369332"/>
          </a:xfrm>
          <a:prstGeom prst="rect">
            <a:avLst/>
          </a:prstGeom>
          <a:noFill/>
        </p:spPr>
        <p:txBody>
          <a:bodyPr wrap="square" rtlCol="0">
            <a:spAutoFit/>
          </a:bodyPr>
          <a:lstStyle/>
          <a:p>
            <a:r>
              <a:rPr lang="en-US" dirty="0">
                <a:solidFill>
                  <a:schemeClr val="bg1"/>
                </a:solidFill>
              </a:rPr>
              <a:t>Listen to the topic again! Your Score is 1.</a:t>
            </a:r>
          </a:p>
        </p:txBody>
      </p:sp>
      <p:grpSp>
        <p:nvGrpSpPr>
          <p:cNvPr id="27" name="Group 26">
            <a:extLst>
              <a:ext uri="{FF2B5EF4-FFF2-40B4-BE49-F238E27FC236}">
                <a16:creationId xmlns:a16="http://schemas.microsoft.com/office/drawing/2014/main" id="{30C6E422-0B95-A793-BF7F-0C14DB652594}"/>
              </a:ext>
            </a:extLst>
          </p:cNvPr>
          <p:cNvGrpSpPr/>
          <p:nvPr/>
        </p:nvGrpSpPr>
        <p:grpSpPr>
          <a:xfrm>
            <a:off x="10685712" y="1251620"/>
            <a:ext cx="1477850" cy="3880703"/>
            <a:chOff x="10685711" y="1251620"/>
            <a:chExt cx="1506289" cy="3880703"/>
          </a:xfrm>
        </p:grpSpPr>
        <p:sp>
          <p:nvSpPr>
            <p:cNvPr id="29" name="Rectangle 28">
              <a:extLst>
                <a:ext uri="{FF2B5EF4-FFF2-40B4-BE49-F238E27FC236}">
                  <a16:creationId xmlns:a16="http://schemas.microsoft.com/office/drawing/2014/main" id="{6F5088BF-1A5E-02F6-3E83-5CF9E9129AE8}"/>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2" name="Group 41">
              <a:extLst>
                <a:ext uri="{FF2B5EF4-FFF2-40B4-BE49-F238E27FC236}">
                  <a16:creationId xmlns:a16="http://schemas.microsoft.com/office/drawing/2014/main" id="{B3E8DDEB-58A7-ABB6-F60B-6A127D9DCFA2}"/>
                </a:ext>
              </a:extLst>
            </p:cNvPr>
            <p:cNvGrpSpPr/>
            <p:nvPr/>
          </p:nvGrpSpPr>
          <p:grpSpPr>
            <a:xfrm>
              <a:off x="10883795" y="1355041"/>
              <a:ext cx="1251032" cy="3299152"/>
              <a:chOff x="10902592" y="1319260"/>
              <a:chExt cx="1251032" cy="3355482"/>
            </a:xfrm>
          </p:grpSpPr>
          <p:sp>
            <p:nvSpPr>
              <p:cNvPr id="43" name="Rectangle 42">
                <a:extLst>
                  <a:ext uri="{FF2B5EF4-FFF2-40B4-BE49-F238E27FC236}">
                    <a16:creationId xmlns:a16="http://schemas.microsoft.com/office/drawing/2014/main" id="{E48729BD-CD11-B2B6-7A5C-30CD8ED74EB1}"/>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2" name="Rectangle 51">
                <a:extLst>
                  <a:ext uri="{FF2B5EF4-FFF2-40B4-BE49-F238E27FC236}">
                    <a16:creationId xmlns:a16="http://schemas.microsoft.com/office/drawing/2014/main" id="{9354CC69-ACEC-662B-D22E-C75481A026C6}"/>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B952DCA4-2D30-CD0E-97D8-67942C290DE6}"/>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3A13D9CC-BB66-E95A-7816-B9A4E0040360}"/>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7E6A10A2-04D0-D9B8-8D30-8F6BEB3D0740}"/>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16" name="TextBox 15">
            <a:extLst>
              <a:ext uri="{FF2B5EF4-FFF2-40B4-BE49-F238E27FC236}">
                <a16:creationId xmlns:a16="http://schemas.microsoft.com/office/drawing/2014/main" id="{8439BB3F-6DD7-55E8-B306-9743C00C6FEA}"/>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44" name="Picture 43">
            <a:extLst>
              <a:ext uri="{FF2B5EF4-FFF2-40B4-BE49-F238E27FC236}">
                <a16:creationId xmlns:a16="http://schemas.microsoft.com/office/drawing/2014/main" id="{77F797E4-9678-46FA-D188-2229FC68FFD3}"/>
              </a:ext>
            </a:extLst>
          </p:cNvPr>
          <p:cNvPicPr>
            <a:picLocks noChangeAspect="1"/>
          </p:cNvPicPr>
          <p:nvPr/>
        </p:nvPicPr>
        <p:blipFill>
          <a:blip r:embed="rId26"/>
          <a:stretch>
            <a:fillRect/>
          </a:stretch>
        </p:blipFill>
        <p:spPr>
          <a:xfrm>
            <a:off x="4253233" y="285588"/>
            <a:ext cx="953386" cy="967722"/>
          </a:xfrm>
          <a:prstGeom prst="rect">
            <a:avLst/>
          </a:prstGeom>
        </p:spPr>
      </p:pic>
      <p:sp>
        <p:nvSpPr>
          <p:cNvPr id="45" name="TextBox 44">
            <a:extLst>
              <a:ext uri="{FF2B5EF4-FFF2-40B4-BE49-F238E27FC236}">
                <a16:creationId xmlns:a16="http://schemas.microsoft.com/office/drawing/2014/main" id="{BCC3838F-C45F-E80E-93BA-7905E8E3CC2C}"/>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2099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C733B1FB-FE9E-1ACF-248A-24F63C4C92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1CEED5-AE97-613F-905D-26D1BFE81C44}"/>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D6390092-9C97-F6C3-EEE4-3E0461C863FE}"/>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EA286D2-EA57-785B-14C1-1672AE3592DB}"/>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4E478E1-38D8-5E5B-E041-16016C4A1EDB}"/>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B50422B-34B2-B911-8378-D57248D7BA25}"/>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FFF7AEE2-0DD3-B0CA-C4A9-B298E5188CD0}"/>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89378101-3751-C6FD-99FF-C6090A967B82}"/>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B9CE59AF-713C-80A2-F312-5BC1523F981E}"/>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D4E93E12-EE2C-873D-D4B9-C81AF3535470}"/>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1518CB09-99BC-C2C0-B3D0-147BAD665210}"/>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E632394A-8390-25D9-3094-5798A6D1F470}"/>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58D28A5-7A75-0CDE-752E-5895746C60AA}"/>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DC014D74-89A4-86A8-FB14-436A93A2413B}"/>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31A2E895-E35A-E820-D333-340FBD93109E}"/>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C636421C-B711-298B-FB53-FEB2D2D9395A}"/>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0F9DD4B-6AD7-3B0E-67E7-1F8288BCBEA8}"/>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BB86F243-6236-B776-C555-3B0E3E5FE632}"/>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5" name="TextBox 4">
            <a:extLst>
              <a:ext uri="{FF2B5EF4-FFF2-40B4-BE49-F238E27FC236}">
                <a16:creationId xmlns:a16="http://schemas.microsoft.com/office/drawing/2014/main" id="{D441D26B-B9D4-7220-E7D7-B4E8EFB1AB02}"/>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96DA43C5-FF94-2865-CDFF-D71DAE45A537}"/>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7AF26EA-411A-FA05-6AF0-569911DA6021}"/>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E352C84-096A-F496-BBC6-70681004D0F3}"/>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C4854E4-D23D-4230-8B2D-152AFD16EDBD}"/>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8DD4E6A1-F877-3929-2998-B01F42AB34F3}"/>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8760C3A9-3A22-AE1A-6393-79B3BDC8FE41}"/>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7CED7F5D-1E51-58BB-9051-7DD17D53BABC}"/>
              </a:ext>
            </a:extLst>
          </p:cNvPr>
          <p:cNvSpPr txBox="1"/>
          <p:nvPr/>
        </p:nvSpPr>
        <p:spPr>
          <a:xfrm>
            <a:off x="10273" y="3388427"/>
            <a:ext cx="1340777"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BA247A9-7ADD-B12C-101F-CB9209866117}"/>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047B9E3D-CA2C-3596-F217-79FC973D1576}"/>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52E2218D-7BA4-A3CC-3985-A3848537217B}"/>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CAFC8A70-0902-E642-5A8D-4EED21C53389}"/>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6EBD06E0-D335-8400-C12A-14CE8C88255C}"/>
              </a:ext>
            </a:extLst>
          </p:cNvPr>
          <p:cNvSpPr/>
          <p:nvPr/>
        </p:nvSpPr>
        <p:spPr>
          <a:xfrm>
            <a:off x="1643864" y="1564352"/>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74E33464-46B5-D152-7E86-D0EA63B6A83F}"/>
              </a:ext>
            </a:extLst>
          </p:cNvPr>
          <p:cNvSpPr/>
          <p:nvPr/>
        </p:nvSpPr>
        <p:spPr>
          <a:xfrm>
            <a:off x="2796476" y="1660683"/>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BFE3D521-9746-3590-2609-26E556FCD67A}"/>
              </a:ext>
            </a:extLst>
          </p:cNvPr>
          <p:cNvSpPr/>
          <p:nvPr/>
        </p:nvSpPr>
        <p:spPr>
          <a:xfrm>
            <a:off x="1303087" y="3051542"/>
            <a:ext cx="1645040"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Topic</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5F2FAA0D-4D4D-820B-6F0A-C62DFD115D5B}"/>
              </a:ext>
            </a:extLst>
          </p:cNvPr>
          <p:cNvSpPr/>
          <p:nvPr/>
        </p:nvSpPr>
        <p:spPr>
          <a:xfrm>
            <a:off x="2838789" y="309364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40570F4B-264E-85F5-D654-7A683E7B246D}"/>
              </a:ext>
            </a:extLst>
          </p:cNvPr>
          <p:cNvSpPr/>
          <p:nvPr/>
        </p:nvSpPr>
        <p:spPr>
          <a:xfrm rot="10800000">
            <a:off x="5643606" y="174241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8E074458-49C0-6C90-9F5A-9E0C562BDAFB}"/>
              </a:ext>
            </a:extLst>
          </p:cNvPr>
          <p:cNvSpPr/>
          <p:nvPr/>
        </p:nvSpPr>
        <p:spPr>
          <a:xfrm rot="10800000">
            <a:off x="5752963" y="3150285"/>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2934FA91-A723-45EE-6902-1EF5B7134386}"/>
              </a:ext>
            </a:extLst>
          </p:cNvPr>
          <p:cNvSpPr/>
          <p:nvPr/>
        </p:nvSpPr>
        <p:spPr>
          <a:xfrm>
            <a:off x="3594669" y="4178096"/>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8" name="Rectangle 57">
            <a:extLst>
              <a:ext uri="{FF2B5EF4-FFF2-40B4-BE49-F238E27FC236}">
                <a16:creationId xmlns:a16="http://schemas.microsoft.com/office/drawing/2014/main" id="{A780BEFF-6B04-3B72-A0B4-8B0FACF4DDA6}"/>
              </a:ext>
            </a:extLst>
          </p:cNvPr>
          <p:cNvSpPr/>
          <p:nvPr/>
        </p:nvSpPr>
        <p:spPr>
          <a:xfrm>
            <a:off x="7468724" y="4184223"/>
            <a:ext cx="1671905"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BF511F46-6C29-30B5-D11B-5BAE36824C8C}"/>
              </a:ext>
            </a:extLst>
          </p:cNvPr>
          <p:cNvSpPr/>
          <p:nvPr/>
        </p:nvSpPr>
        <p:spPr>
          <a:xfrm>
            <a:off x="7495369" y="4889125"/>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Download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50986C34-DA18-2F83-9272-169004BEA50F}"/>
              </a:ext>
            </a:extLst>
          </p:cNvPr>
          <p:cNvSpPr/>
          <p:nvPr/>
        </p:nvSpPr>
        <p:spPr>
          <a:xfrm>
            <a:off x="5531696" y="4161618"/>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Pause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22733E78-2171-8AB0-7A26-5B1627707EA9}"/>
              </a:ext>
            </a:extLst>
          </p:cNvPr>
          <p:cNvSpPr txBox="1"/>
          <p:nvPr/>
        </p:nvSpPr>
        <p:spPr>
          <a:xfrm>
            <a:off x="1496014" y="4527005"/>
            <a:ext cx="6228555" cy="1754326"/>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Record your assignment by saying ”Record”. </a:t>
            </a:r>
          </a:p>
          <a:p>
            <a:r>
              <a:rPr lang="en-US" dirty="0">
                <a:solidFill>
                  <a:schemeClr val="bg1"/>
                </a:solidFill>
                <a:latin typeface="Times New Roman" panose="02020603050405020304" pitchFamily="18" charset="0"/>
                <a:cs typeface="Times New Roman" panose="02020603050405020304" pitchFamily="18" charset="0"/>
              </a:rPr>
              <a:t>Pause it by saying “Pause”. </a:t>
            </a:r>
          </a:p>
          <a:p>
            <a:r>
              <a:rPr lang="en-US" dirty="0">
                <a:solidFill>
                  <a:schemeClr val="bg1"/>
                </a:solidFill>
                <a:latin typeface="Times New Roman" panose="02020603050405020304" pitchFamily="18" charset="0"/>
                <a:cs typeface="Times New Roman" panose="02020603050405020304" pitchFamily="18" charset="0"/>
              </a:rPr>
              <a:t>Once you complete recording say “Stop”.  </a:t>
            </a:r>
          </a:p>
          <a:p>
            <a:r>
              <a:rPr lang="en-US" dirty="0">
                <a:solidFill>
                  <a:schemeClr val="bg1"/>
                </a:solidFill>
                <a:latin typeface="Times New Roman" panose="02020603050405020304" pitchFamily="18" charset="0"/>
                <a:cs typeface="Times New Roman" panose="02020603050405020304" pitchFamily="18" charset="0"/>
              </a:rPr>
              <a:t>To check it, say “Play”, if needed.</a:t>
            </a:r>
          </a:p>
          <a:p>
            <a:r>
              <a:rPr lang="en-US" dirty="0">
                <a:solidFill>
                  <a:schemeClr val="bg1"/>
                </a:solidFill>
                <a:latin typeface="Times New Roman" panose="02020603050405020304" pitchFamily="18" charset="0"/>
                <a:cs typeface="Times New Roman" panose="02020603050405020304" pitchFamily="18" charset="0"/>
              </a:rPr>
              <a:t>To submit your final recording, say “submit”.</a:t>
            </a:r>
          </a:p>
          <a:p>
            <a:r>
              <a:rPr lang="en-US" dirty="0">
                <a:solidFill>
                  <a:schemeClr val="bg1"/>
                </a:solidFill>
                <a:latin typeface="Times New Roman" panose="02020603050405020304" pitchFamily="18" charset="0"/>
                <a:cs typeface="Times New Roman" panose="02020603050405020304" pitchFamily="18" charset="0"/>
              </a:rPr>
              <a:t>You can have a copy of your assignment, by saying “Download”.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8A4BDCAB-3F4B-C067-6FBE-F63546124E42}"/>
              </a:ext>
            </a:extLst>
          </p:cNvPr>
          <p:cNvSpPr/>
          <p:nvPr/>
        </p:nvSpPr>
        <p:spPr>
          <a:xfrm>
            <a:off x="3574228" y="4861282"/>
            <a:ext cx="1671905"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2" name="Rectangle 51">
            <a:extLst>
              <a:ext uri="{FF2B5EF4-FFF2-40B4-BE49-F238E27FC236}">
                <a16:creationId xmlns:a16="http://schemas.microsoft.com/office/drawing/2014/main" id="{EDCDD934-953C-CD95-7567-4C81CB33FEBF}"/>
              </a:ext>
            </a:extLst>
          </p:cNvPr>
          <p:cNvSpPr/>
          <p:nvPr/>
        </p:nvSpPr>
        <p:spPr>
          <a:xfrm>
            <a:off x="5531696" y="4889125"/>
            <a:ext cx="1671905"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grpSp>
        <p:nvGrpSpPr>
          <p:cNvPr id="53" name="Group 52">
            <a:extLst>
              <a:ext uri="{FF2B5EF4-FFF2-40B4-BE49-F238E27FC236}">
                <a16:creationId xmlns:a16="http://schemas.microsoft.com/office/drawing/2014/main" id="{56607649-0FB3-DABB-CEC5-6BD6C8F925DC}"/>
              </a:ext>
            </a:extLst>
          </p:cNvPr>
          <p:cNvGrpSpPr/>
          <p:nvPr/>
        </p:nvGrpSpPr>
        <p:grpSpPr>
          <a:xfrm>
            <a:off x="10628368" y="1351734"/>
            <a:ext cx="1477850" cy="3880703"/>
            <a:chOff x="10685711" y="1251620"/>
            <a:chExt cx="1506289" cy="3880703"/>
          </a:xfrm>
        </p:grpSpPr>
        <p:sp>
          <p:nvSpPr>
            <p:cNvPr id="55" name="Rectangle 54">
              <a:extLst>
                <a:ext uri="{FF2B5EF4-FFF2-40B4-BE49-F238E27FC236}">
                  <a16:creationId xmlns:a16="http://schemas.microsoft.com/office/drawing/2014/main" id="{C2D53DA2-4F57-D557-8C96-B278F1899F14}"/>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6" name="Group 55">
              <a:extLst>
                <a:ext uri="{FF2B5EF4-FFF2-40B4-BE49-F238E27FC236}">
                  <a16:creationId xmlns:a16="http://schemas.microsoft.com/office/drawing/2014/main" id="{D2065518-B298-3EF3-BEC6-9FE378015A5E}"/>
                </a:ext>
              </a:extLst>
            </p:cNvPr>
            <p:cNvGrpSpPr/>
            <p:nvPr/>
          </p:nvGrpSpPr>
          <p:grpSpPr>
            <a:xfrm>
              <a:off x="10883795" y="1355041"/>
              <a:ext cx="1251032" cy="3299152"/>
              <a:chOff x="10902592" y="1319260"/>
              <a:chExt cx="1251032" cy="3355482"/>
            </a:xfrm>
          </p:grpSpPr>
          <p:sp>
            <p:nvSpPr>
              <p:cNvPr id="57" name="Rectangle 56">
                <a:extLst>
                  <a:ext uri="{FF2B5EF4-FFF2-40B4-BE49-F238E27FC236}">
                    <a16:creationId xmlns:a16="http://schemas.microsoft.com/office/drawing/2014/main" id="{1B43F8C8-FB05-2D66-13DB-F88909F80CA9}"/>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57678604-F858-BDCE-5599-71789DB14E78}"/>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0" name="Rectangle 59">
                <a:extLst>
                  <a:ext uri="{FF2B5EF4-FFF2-40B4-BE49-F238E27FC236}">
                    <a16:creationId xmlns:a16="http://schemas.microsoft.com/office/drawing/2014/main" id="{436EE232-FDA0-E3E4-0177-4B78E9259E3D}"/>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1" name="Rectangle 60">
                <a:extLst>
                  <a:ext uri="{FF2B5EF4-FFF2-40B4-BE49-F238E27FC236}">
                    <a16:creationId xmlns:a16="http://schemas.microsoft.com/office/drawing/2014/main" id="{CB7B2768-0144-CB6E-44C1-C6787A53D367}"/>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0CDAD60D-9AFA-F94D-F1D5-429B240DEFB2}"/>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11" name="TextBox 10">
            <a:extLst>
              <a:ext uri="{FF2B5EF4-FFF2-40B4-BE49-F238E27FC236}">
                <a16:creationId xmlns:a16="http://schemas.microsoft.com/office/drawing/2014/main" id="{93714ACD-2547-096B-2428-E506AEF520F3}"/>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6"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EF7FE35B-3F7F-879C-4F85-E3074CA06903}"/>
              </a:ext>
            </a:extLst>
          </p:cNvPr>
          <p:cNvPicPr>
            <a:picLocks noChangeAspect="1"/>
          </p:cNvPicPr>
          <p:nvPr/>
        </p:nvPicPr>
        <p:blipFill>
          <a:blip r:embed="rId27"/>
          <a:stretch>
            <a:fillRect/>
          </a:stretch>
        </p:blipFill>
        <p:spPr>
          <a:xfrm>
            <a:off x="4229720" y="234694"/>
            <a:ext cx="976900" cy="991590"/>
          </a:xfrm>
          <a:prstGeom prst="rect">
            <a:avLst/>
          </a:prstGeom>
        </p:spPr>
      </p:pic>
      <p:sp>
        <p:nvSpPr>
          <p:cNvPr id="16" name="Rectangle 15">
            <a:extLst>
              <a:ext uri="{FF2B5EF4-FFF2-40B4-BE49-F238E27FC236}">
                <a16:creationId xmlns:a16="http://schemas.microsoft.com/office/drawing/2014/main" id="{9C2938D8-BDA9-2903-51C2-AFE7A2409CC7}"/>
              </a:ext>
            </a:extLst>
          </p:cNvPr>
          <p:cNvSpPr/>
          <p:nvPr/>
        </p:nvSpPr>
        <p:spPr>
          <a:xfrm>
            <a:off x="1752569" y="2420383"/>
            <a:ext cx="1125869"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Question</a:t>
            </a:r>
            <a:endParaRPr lang="en-US" sz="2400" dirty="0">
              <a:ln/>
              <a:solidFill>
                <a:schemeClr val="bg1"/>
              </a:solidFill>
              <a:latin typeface="Times New Roman" panose="02020603050405020304" pitchFamily="18" charset="0"/>
              <a:cs typeface="Times New Roman" panose="02020603050405020304" pitchFamily="18" charset="0"/>
            </a:endParaRPr>
          </a:p>
        </p:txBody>
      </p:sp>
      <p:pic>
        <p:nvPicPr>
          <p:cNvPr id="25" name="Graphic 24" descr="Document">
            <a:extLst>
              <a:ext uri="{FF2B5EF4-FFF2-40B4-BE49-F238E27FC236}">
                <a16:creationId xmlns:a16="http://schemas.microsoft.com/office/drawing/2014/main" id="{DC307FBE-1149-9BA2-B511-57612ED9B4CD}"/>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6100779" y="2293011"/>
            <a:ext cx="576859" cy="576859"/>
          </a:xfrm>
          <a:prstGeom prst="rect">
            <a:avLst/>
          </a:prstGeom>
        </p:spPr>
      </p:pic>
      <p:pic>
        <p:nvPicPr>
          <p:cNvPr id="48" name="Graphic 47" descr="Earbuds">
            <a:extLst>
              <a:ext uri="{FF2B5EF4-FFF2-40B4-BE49-F238E27FC236}">
                <a16:creationId xmlns:a16="http://schemas.microsoft.com/office/drawing/2014/main" id="{52BC515E-4764-585C-9A57-D885EFE055B9}"/>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6548768" y="2247245"/>
            <a:ext cx="676207" cy="676207"/>
          </a:xfrm>
          <a:prstGeom prst="rect">
            <a:avLst/>
          </a:prstGeom>
        </p:spPr>
      </p:pic>
      <p:pic>
        <p:nvPicPr>
          <p:cNvPr id="63" name="Graphic 62" descr="Download">
            <a:extLst>
              <a:ext uri="{FF2B5EF4-FFF2-40B4-BE49-F238E27FC236}">
                <a16:creationId xmlns:a16="http://schemas.microsoft.com/office/drawing/2014/main" id="{033B78F5-859F-2FB1-A1AC-750969F3EF56}"/>
              </a:ext>
            </a:extLst>
          </p:cNvPr>
          <p:cNvPicPr>
            <a:picLocks noChangeAspect="1"/>
          </p:cNvPicPr>
          <p:nvPr/>
        </p:nvPicPr>
        <p:blipFill>
          <a:blip r:embed="rId32">
            <a:extLst>
              <a:ext uri="{96DAC541-7B7A-43D3-8B79-37D633B846F1}">
                <asvg:svgBlip xmlns:asvg="http://schemas.microsoft.com/office/drawing/2016/SVG/main" xmlns="" r:embed="rId33"/>
              </a:ext>
            </a:extLst>
          </a:blip>
          <a:stretch>
            <a:fillRect/>
          </a:stretch>
        </p:blipFill>
        <p:spPr>
          <a:xfrm>
            <a:off x="8509294" y="2258368"/>
            <a:ext cx="546235" cy="546235"/>
          </a:xfrm>
          <a:prstGeom prst="rect">
            <a:avLst/>
          </a:prstGeom>
        </p:spPr>
      </p:pic>
      <p:sp>
        <p:nvSpPr>
          <p:cNvPr id="64" name="Rectangle 63">
            <a:extLst>
              <a:ext uri="{FF2B5EF4-FFF2-40B4-BE49-F238E27FC236}">
                <a16:creationId xmlns:a16="http://schemas.microsoft.com/office/drawing/2014/main" id="{8C951915-A4CE-1314-4303-5D7CBDD73840}"/>
              </a:ext>
            </a:extLst>
          </p:cNvPr>
          <p:cNvSpPr/>
          <p:nvPr/>
        </p:nvSpPr>
        <p:spPr>
          <a:xfrm>
            <a:off x="4348750" y="2307786"/>
            <a:ext cx="1125869"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File 1</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55F6BA85-2417-FB3D-7D7C-4088045A29C1}"/>
              </a:ext>
            </a:extLst>
          </p:cNvPr>
          <p:cNvSpPr/>
          <p:nvPr/>
        </p:nvSpPr>
        <p:spPr>
          <a:xfrm>
            <a:off x="4348749" y="2634925"/>
            <a:ext cx="1125869"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File 2</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7F2E607C-3F89-2E76-5E4F-66E0485190F3}"/>
              </a:ext>
            </a:extLst>
          </p:cNvPr>
          <p:cNvSpPr/>
          <p:nvPr/>
        </p:nvSpPr>
        <p:spPr>
          <a:xfrm>
            <a:off x="7299705" y="2339841"/>
            <a:ext cx="1209589" cy="415453"/>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7" name="Rectangle 66">
            <a:extLst>
              <a:ext uri="{FF2B5EF4-FFF2-40B4-BE49-F238E27FC236}">
                <a16:creationId xmlns:a16="http://schemas.microsoft.com/office/drawing/2014/main" id="{41AD78EA-491C-BC42-DBFA-9D5B20703D59}"/>
              </a:ext>
            </a:extLst>
          </p:cNvPr>
          <p:cNvSpPr/>
          <p:nvPr/>
        </p:nvSpPr>
        <p:spPr>
          <a:xfrm>
            <a:off x="9093917" y="2298582"/>
            <a:ext cx="1209589" cy="415453"/>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Download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8" name="Rectangle 67">
            <a:extLst>
              <a:ext uri="{FF2B5EF4-FFF2-40B4-BE49-F238E27FC236}">
                <a16:creationId xmlns:a16="http://schemas.microsoft.com/office/drawing/2014/main" id="{31ECB998-BE75-20FB-F178-197D7C15BB3C}"/>
              </a:ext>
            </a:extLst>
          </p:cNvPr>
          <p:cNvSpPr/>
          <p:nvPr/>
        </p:nvSpPr>
        <p:spPr>
          <a:xfrm>
            <a:off x="2838789" y="2400782"/>
            <a:ext cx="1734602" cy="42641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9" name="Isosceles Triangle 68">
            <a:extLst>
              <a:ext uri="{FF2B5EF4-FFF2-40B4-BE49-F238E27FC236}">
                <a16:creationId xmlns:a16="http://schemas.microsoft.com/office/drawing/2014/main" id="{381AA615-37D7-BF69-F3BA-1DC9B04D8FBA}"/>
              </a:ext>
            </a:extLst>
          </p:cNvPr>
          <p:cNvSpPr/>
          <p:nvPr/>
        </p:nvSpPr>
        <p:spPr>
          <a:xfrm rot="10800000">
            <a:off x="4184840" y="2435811"/>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70" name="TextBox 69">
            <a:extLst>
              <a:ext uri="{FF2B5EF4-FFF2-40B4-BE49-F238E27FC236}">
                <a16:creationId xmlns:a16="http://schemas.microsoft.com/office/drawing/2014/main" id="{146F4AA3-36FC-7658-8C70-A3A7E6FAB7F4}"/>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9385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5E1D3C7-0339-2EAC-2235-3E8ECFF350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D86F2B-98EF-A6A3-DFC3-49E657B738F2}"/>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5C55959B-4A13-2997-0E06-82895D6986BD}"/>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9F82796-EA58-A036-1F65-DFC4A1FCC66D}"/>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F4CF9F8-EE4F-9DBD-BB5D-A6C2DCC4F2C2}"/>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8E772F7-25E7-103F-F163-5B13A180E15B}"/>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8B1E8793-A5C6-205F-C341-9B2CFB667BBD}"/>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1564AF62-E49C-C569-2C96-3016290FE455}"/>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6C2712D7-7A09-0BAF-0783-CC0437E0B8D6}"/>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7D450106-30B6-F638-EB7A-E502D5D95695}"/>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A7A7F3D4-0AF8-D6EE-ABEA-7F3ED1E5DBAF}"/>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A229D0F8-0394-20FD-A886-226C34895633}"/>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B4C37D1C-AE50-CFE8-E2EA-62D5E94273FB}"/>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6B9C7CB7-CF7E-FCE6-4AD2-2296240113C9}"/>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066D7D00-24D8-44FD-4C12-8B40F0DDED24}"/>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59A0DF16-FB5A-B0B1-F969-5AB5BEA8CED1}"/>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0F64460-9D1D-CF00-FA4C-CDB5C85CB748}"/>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32F7A9F0-9D5C-6994-A38E-7F8671BF063A}"/>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5" name="TextBox 4">
            <a:extLst>
              <a:ext uri="{FF2B5EF4-FFF2-40B4-BE49-F238E27FC236}">
                <a16:creationId xmlns:a16="http://schemas.microsoft.com/office/drawing/2014/main" id="{57520A29-E46C-5103-E8F2-EF893117EC09}"/>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75DF57CC-85C8-94B9-F8BA-33CEA41CB01D}"/>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DC76A0F-F706-BC2E-8911-8F4EA3C4E09E}"/>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AD2BB79-0931-FBB8-9686-9CB2292837A3}"/>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0B80FDF-E2B9-7023-BB65-A4C6C15FBF79}"/>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262824A8-C42B-9A15-F75F-1FA1D3A6BE1A}"/>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EAA7804F-28D3-0AB2-DD48-65170BB2E537}"/>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F987E46D-75D4-E1D3-43B6-57C4C405B2F5}"/>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861022C3-596A-D6CA-3FEF-A69BC5CAC475}"/>
              </a:ext>
            </a:extLst>
          </p:cNvPr>
          <p:cNvSpPr txBox="1"/>
          <p:nvPr/>
        </p:nvSpPr>
        <p:spPr>
          <a:xfrm>
            <a:off x="35958" y="3930528"/>
            <a:ext cx="1171253"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48F2869-5A3E-BB43-5EB2-912FE7664903}"/>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E44DDA31-C282-8342-81E5-32FFD7B311EE}"/>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AC2504BF-7585-F293-291E-62958007864C}"/>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59B2B8CA-2294-A7DF-13F3-D9B653D7615F}"/>
              </a:ext>
            </a:extLst>
          </p:cNvPr>
          <p:cNvSpPr/>
          <p:nvPr/>
        </p:nvSpPr>
        <p:spPr>
          <a:xfrm>
            <a:off x="1385833" y="1411193"/>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Courses</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CB04E844-F89F-59BE-7C22-3829F6A6FE9C}"/>
              </a:ext>
            </a:extLst>
          </p:cNvPr>
          <p:cNvSpPr/>
          <p:nvPr/>
        </p:nvSpPr>
        <p:spPr>
          <a:xfrm>
            <a:off x="2494441" y="1467269"/>
            <a:ext cx="3184170" cy="42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EF42E91B-EDE5-4DCA-E5EA-AB8263E0009A}"/>
              </a:ext>
            </a:extLst>
          </p:cNvPr>
          <p:cNvSpPr/>
          <p:nvPr/>
        </p:nvSpPr>
        <p:spPr>
          <a:xfrm>
            <a:off x="6976153" y="1411193"/>
            <a:ext cx="823108"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Test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AD3B45F3-E356-FEA3-D23B-F95C562E5522}"/>
              </a:ext>
            </a:extLst>
          </p:cNvPr>
          <p:cNvSpPr/>
          <p:nvPr/>
        </p:nvSpPr>
        <p:spPr>
          <a:xfrm>
            <a:off x="8170343" y="1477031"/>
            <a:ext cx="1360942" cy="4035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9364D409-CBA0-90FE-3F31-434ACC92B13B}"/>
              </a:ext>
            </a:extLst>
          </p:cNvPr>
          <p:cNvSpPr/>
          <p:nvPr/>
        </p:nvSpPr>
        <p:spPr>
          <a:xfrm rot="10800000">
            <a:off x="5255208" y="153701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F304993B-556D-30ED-56B6-0ED3D070FC10}"/>
              </a:ext>
            </a:extLst>
          </p:cNvPr>
          <p:cNvSpPr/>
          <p:nvPr/>
        </p:nvSpPr>
        <p:spPr>
          <a:xfrm rot="10800000">
            <a:off x="9142707" y="1558622"/>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aphicFrame>
        <p:nvGraphicFramePr>
          <p:cNvPr id="14" name="Table 13">
            <a:extLst>
              <a:ext uri="{FF2B5EF4-FFF2-40B4-BE49-F238E27FC236}">
                <a16:creationId xmlns:a16="http://schemas.microsoft.com/office/drawing/2014/main" id="{648EE8B0-C18F-FA78-CA82-6B0B22B3B760}"/>
              </a:ext>
            </a:extLst>
          </p:cNvPr>
          <p:cNvGraphicFramePr>
            <a:graphicFrameLocks noGrp="1"/>
          </p:cNvGraphicFramePr>
          <p:nvPr/>
        </p:nvGraphicFramePr>
        <p:xfrm>
          <a:off x="2479981" y="2784930"/>
          <a:ext cx="8128000" cy="222504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184063469"/>
                    </a:ext>
                  </a:extLst>
                </a:gridCol>
                <a:gridCol w="1625600">
                  <a:extLst>
                    <a:ext uri="{9D8B030D-6E8A-4147-A177-3AD203B41FA5}">
                      <a16:colId xmlns:a16="http://schemas.microsoft.com/office/drawing/2014/main" val="910096612"/>
                    </a:ext>
                  </a:extLst>
                </a:gridCol>
                <a:gridCol w="1625600">
                  <a:extLst>
                    <a:ext uri="{9D8B030D-6E8A-4147-A177-3AD203B41FA5}">
                      <a16:colId xmlns:a16="http://schemas.microsoft.com/office/drawing/2014/main" val="2561887840"/>
                    </a:ext>
                  </a:extLst>
                </a:gridCol>
                <a:gridCol w="1625600">
                  <a:extLst>
                    <a:ext uri="{9D8B030D-6E8A-4147-A177-3AD203B41FA5}">
                      <a16:colId xmlns:a16="http://schemas.microsoft.com/office/drawing/2014/main" val="2686254130"/>
                    </a:ext>
                  </a:extLst>
                </a:gridCol>
                <a:gridCol w="1625600">
                  <a:extLst>
                    <a:ext uri="{9D8B030D-6E8A-4147-A177-3AD203B41FA5}">
                      <a16:colId xmlns:a16="http://schemas.microsoft.com/office/drawing/2014/main" val="19957982"/>
                    </a:ext>
                  </a:extLst>
                </a:gridCol>
              </a:tblGrid>
              <a:tr h="370840">
                <a:tc gridSpan="4">
                  <a:txBody>
                    <a:bodyPr/>
                    <a:lstStyle/>
                    <a:p>
                      <a:r>
                        <a:rPr lang="en-US" dirty="0">
                          <a:solidFill>
                            <a:schemeClr val="bg1"/>
                          </a:solidFill>
                        </a:rPr>
                        <a:t>1.</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r>
                        <a:rPr lang="en-US" dirty="0">
                          <a:solidFill>
                            <a:schemeClr val="bg1"/>
                          </a:solidFill>
                        </a:rPr>
                        <a:t>Your Answer</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40703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5576493"/>
                  </a:ext>
                </a:extLst>
              </a:tr>
              <a:tr h="370840">
                <a:tc gridSpan="4">
                  <a:txBody>
                    <a:bodyPr/>
                    <a:lstStyle/>
                    <a:p>
                      <a:r>
                        <a:rPr lang="en-US" dirty="0">
                          <a:solidFill>
                            <a:schemeClr val="bg1"/>
                          </a:solidFill>
                        </a:rPr>
                        <a:t>2.</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939867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948820"/>
                  </a:ext>
                </a:extLst>
              </a:tr>
              <a:tr h="370840">
                <a:tc gridSpan="4">
                  <a:txBody>
                    <a:bodyPr/>
                    <a:lstStyle/>
                    <a:p>
                      <a:r>
                        <a:rPr lang="en-US" dirty="0">
                          <a:solidFill>
                            <a:schemeClr val="bg1"/>
                          </a:solidFill>
                        </a:rPr>
                        <a:t>3.</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44403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5837440"/>
                  </a:ext>
                </a:extLst>
              </a:tr>
            </a:tbl>
          </a:graphicData>
        </a:graphic>
      </p:graphicFrame>
      <p:graphicFrame>
        <p:nvGraphicFramePr>
          <p:cNvPr id="18" name="Table 17">
            <a:extLst>
              <a:ext uri="{FF2B5EF4-FFF2-40B4-BE49-F238E27FC236}">
                <a16:creationId xmlns:a16="http://schemas.microsoft.com/office/drawing/2014/main" id="{43BAD3AF-E190-7BAA-25F6-82BABE167FC7}"/>
              </a:ext>
            </a:extLst>
          </p:cNvPr>
          <p:cNvGraphicFramePr>
            <a:graphicFrameLocks noGrp="1"/>
          </p:cNvGraphicFramePr>
          <p:nvPr/>
        </p:nvGraphicFramePr>
        <p:xfrm>
          <a:off x="2494441" y="5003783"/>
          <a:ext cx="8128000" cy="148336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2364373913"/>
                    </a:ext>
                  </a:extLst>
                </a:gridCol>
                <a:gridCol w="1625600">
                  <a:extLst>
                    <a:ext uri="{9D8B030D-6E8A-4147-A177-3AD203B41FA5}">
                      <a16:colId xmlns:a16="http://schemas.microsoft.com/office/drawing/2014/main" val="3031898609"/>
                    </a:ext>
                  </a:extLst>
                </a:gridCol>
                <a:gridCol w="1625600">
                  <a:extLst>
                    <a:ext uri="{9D8B030D-6E8A-4147-A177-3AD203B41FA5}">
                      <a16:colId xmlns:a16="http://schemas.microsoft.com/office/drawing/2014/main" val="2271693385"/>
                    </a:ext>
                  </a:extLst>
                </a:gridCol>
                <a:gridCol w="1625600">
                  <a:extLst>
                    <a:ext uri="{9D8B030D-6E8A-4147-A177-3AD203B41FA5}">
                      <a16:colId xmlns:a16="http://schemas.microsoft.com/office/drawing/2014/main" val="2455766532"/>
                    </a:ext>
                  </a:extLst>
                </a:gridCol>
                <a:gridCol w="1625600">
                  <a:extLst>
                    <a:ext uri="{9D8B030D-6E8A-4147-A177-3AD203B41FA5}">
                      <a16:colId xmlns:a16="http://schemas.microsoft.com/office/drawing/2014/main" val="410242132"/>
                    </a:ext>
                  </a:extLst>
                </a:gridCol>
              </a:tblGrid>
              <a:tr h="370840">
                <a:tc gridSpan="4">
                  <a:txBody>
                    <a:bodyPr/>
                    <a:lstStyle/>
                    <a:p>
                      <a:r>
                        <a:rPr lang="en-US" dirty="0">
                          <a:solidFill>
                            <a:schemeClr val="bg1"/>
                          </a:solidFill>
                        </a:rPr>
                        <a:t>4.</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33185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421478"/>
                  </a:ext>
                </a:extLst>
              </a:tr>
              <a:tr h="370840">
                <a:tc gridSpan="4">
                  <a:txBody>
                    <a:bodyPr/>
                    <a:lstStyle/>
                    <a:p>
                      <a:r>
                        <a:rPr lang="en-US" dirty="0">
                          <a:solidFill>
                            <a:schemeClr val="bg1"/>
                          </a:solidFill>
                        </a:rPr>
                        <a:t>5.</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4750246"/>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511889"/>
                  </a:ext>
                </a:extLst>
              </a:tr>
            </a:tbl>
          </a:graphicData>
        </a:graphic>
      </p:graphicFrame>
      <p:sp>
        <p:nvSpPr>
          <p:cNvPr id="21" name="Rectangle 20">
            <a:extLst>
              <a:ext uri="{FF2B5EF4-FFF2-40B4-BE49-F238E27FC236}">
                <a16:creationId xmlns:a16="http://schemas.microsoft.com/office/drawing/2014/main" id="{06C34A1F-290A-6D6E-3DC0-0BB1C381EA71}"/>
              </a:ext>
            </a:extLst>
          </p:cNvPr>
          <p:cNvSpPr/>
          <p:nvPr/>
        </p:nvSpPr>
        <p:spPr>
          <a:xfrm>
            <a:off x="4842658" y="2196741"/>
            <a:ext cx="1340777"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Start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64C59215-27DA-A4E0-1F7D-A39F29316CE2}"/>
              </a:ext>
            </a:extLst>
          </p:cNvPr>
          <p:cNvSpPr txBox="1"/>
          <p:nvPr/>
        </p:nvSpPr>
        <p:spPr>
          <a:xfrm>
            <a:off x="1454861" y="2057663"/>
            <a:ext cx="3646847" cy="4247317"/>
          </a:xfrm>
          <a:prstGeom prst="rect">
            <a:avLst/>
          </a:prstGeom>
          <a:noFill/>
        </p:spPr>
        <p:txBody>
          <a:bodyPr wrap="square" rtlCol="0">
            <a:spAutoFit/>
          </a:bodyPr>
          <a:lstStyle/>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Say start once u choose course, unit and topic.</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Listen to the question and options. Wait till they are repeated again. </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Say the correct answer after a beep. </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Then  say submit.</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Repeat the process till you complete 10 questions.</a:t>
            </a:r>
          </a:p>
          <a:p>
            <a:pPr marL="342900" indent="-342900">
              <a:buAutoNum type="arabicPeriod"/>
            </a:pPr>
            <a:r>
              <a:rPr lang="en-US" dirty="0">
                <a:solidFill>
                  <a:schemeClr val="bg1"/>
                </a:solidFill>
                <a:latin typeface="Times New Roman" panose="02020603050405020304" pitchFamily="18" charset="0"/>
                <a:cs typeface="Times New Roman" panose="02020603050405020304" pitchFamily="18" charset="0"/>
              </a:rPr>
              <a:t>As Quiz score is included for Internal marks, you can submit it once. So choose the answer carefully.</a:t>
            </a:r>
          </a:p>
          <a:p>
            <a:pPr marL="342900" indent="-342900">
              <a:buAutoNum type="arabicPeriod"/>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97C1E78E-4629-80FA-61E0-286A93850A49}"/>
              </a:ext>
            </a:extLst>
          </p:cNvPr>
          <p:cNvSpPr/>
          <p:nvPr/>
        </p:nvSpPr>
        <p:spPr>
          <a:xfrm>
            <a:off x="6414541" y="2213711"/>
            <a:ext cx="1340777" cy="311229"/>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6" action="ppaction://hlinksldjump">
                  <a:extLst>
                    <a:ext uri="{A12FA001-AC4F-418D-AE19-62706E023703}">
                      <ahyp:hlinkClr xmlns:ahyp="http://schemas.microsoft.com/office/drawing/2018/hyperlinkcolor" xmlns="" val="tx"/>
                    </a:ext>
                  </a:extLst>
                </a:hlinkClick>
              </a:rPr>
              <a:t>Submit</a:t>
            </a:r>
            <a:endParaRPr lang="en-IN" dirty="0">
              <a:solidFill>
                <a:schemeClr val="bg1"/>
              </a:solidFill>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FC44CAD8-1C56-D087-BA0C-5A086889808F}"/>
              </a:ext>
            </a:extLst>
          </p:cNvPr>
          <p:cNvGrpSpPr/>
          <p:nvPr/>
        </p:nvGrpSpPr>
        <p:grpSpPr>
          <a:xfrm>
            <a:off x="10685712" y="1251620"/>
            <a:ext cx="1477850" cy="3880703"/>
            <a:chOff x="10685711" y="1251620"/>
            <a:chExt cx="1506289" cy="3880703"/>
          </a:xfrm>
        </p:grpSpPr>
        <p:sp>
          <p:nvSpPr>
            <p:cNvPr id="19" name="Rectangle 18">
              <a:extLst>
                <a:ext uri="{FF2B5EF4-FFF2-40B4-BE49-F238E27FC236}">
                  <a16:creationId xmlns:a16="http://schemas.microsoft.com/office/drawing/2014/main" id="{BCE8DDA3-090F-D824-2559-0FDF7A00D461}"/>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5" name="Group 24">
              <a:extLst>
                <a:ext uri="{FF2B5EF4-FFF2-40B4-BE49-F238E27FC236}">
                  <a16:creationId xmlns:a16="http://schemas.microsoft.com/office/drawing/2014/main" id="{8373BF64-8880-A1EC-61AE-0F06CF49A697}"/>
                </a:ext>
              </a:extLst>
            </p:cNvPr>
            <p:cNvGrpSpPr/>
            <p:nvPr/>
          </p:nvGrpSpPr>
          <p:grpSpPr>
            <a:xfrm>
              <a:off x="10883795" y="1355041"/>
              <a:ext cx="1251032" cy="3299152"/>
              <a:chOff x="10902592" y="1319260"/>
              <a:chExt cx="1251032" cy="3355482"/>
            </a:xfrm>
          </p:grpSpPr>
          <p:sp>
            <p:nvSpPr>
              <p:cNvPr id="42" name="Rectangle 41">
                <a:extLst>
                  <a:ext uri="{FF2B5EF4-FFF2-40B4-BE49-F238E27FC236}">
                    <a16:creationId xmlns:a16="http://schemas.microsoft.com/office/drawing/2014/main" id="{D4B9A2D0-0658-2FEA-43C7-1E06313C73A1}"/>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9046E2C7-6DB5-C544-D61D-06D07DF89203}"/>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2" name="Rectangle 51">
                <a:extLst>
                  <a:ext uri="{FF2B5EF4-FFF2-40B4-BE49-F238E27FC236}">
                    <a16:creationId xmlns:a16="http://schemas.microsoft.com/office/drawing/2014/main" id="{0F738DBB-0AB5-1C2E-87E5-4AEE2F9DF9CE}"/>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0F064F48-04BC-BF25-1592-5050BFC59B7E}"/>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81C911AC-9F7C-F1AC-BC90-3DC110AAB2EB}"/>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55" name="TextBox 54">
            <a:extLst>
              <a:ext uri="{FF2B5EF4-FFF2-40B4-BE49-F238E27FC236}">
                <a16:creationId xmlns:a16="http://schemas.microsoft.com/office/drawing/2014/main" id="{3EAA1E04-FDEA-C939-16D8-D9855F8E4019}"/>
              </a:ext>
            </a:extLst>
          </p:cNvPr>
          <p:cNvSpPr txBox="1"/>
          <p:nvPr/>
        </p:nvSpPr>
        <p:spPr>
          <a:xfrm>
            <a:off x="9557030" y="1433203"/>
            <a:ext cx="1234765" cy="923330"/>
          </a:xfrm>
          <a:prstGeom prst="rect">
            <a:avLst/>
          </a:prstGeom>
          <a:noFill/>
        </p:spPr>
        <p:txBody>
          <a:bodyPr wrap="square" rtlCol="0">
            <a:spAutoFit/>
          </a:bodyPr>
          <a:lstStyle/>
          <a:p>
            <a:r>
              <a:rPr lang="en-US" dirty="0">
                <a:solidFill>
                  <a:schemeClr val="bg1"/>
                </a:solidFill>
              </a:rPr>
              <a:t>Quiz I</a:t>
            </a:r>
          </a:p>
          <a:p>
            <a:r>
              <a:rPr lang="en-US" dirty="0">
                <a:solidFill>
                  <a:schemeClr val="bg1"/>
                </a:solidFill>
              </a:rPr>
              <a:t>Quiz II</a:t>
            </a:r>
          </a:p>
          <a:p>
            <a:r>
              <a:rPr lang="en-US" dirty="0">
                <a:solidFill>
                  <a:schemeClr val="bg1"/>
                </a:solidFill>
              </a:rPr>
              <a:t>Quiz II</a:t>
            </a:r>
            <a:endParaRPr lang="en-IN" dirty="0">
              <a:solidFill>
                <a:schemeClr val="bg1"/>
              </a:solidFill>
            </a:endParaRPr>
          </a:p>
        </p:txBody>
      </p:sp>
      <p:sp>
        <p:nvSpPr>
          <p:cNvPr id="16" name="TextBox 15">
            <a:extLst>
              <a:ext uri="{FF2B5EF4-FFF2-40B4-BE49-F238E27FC236}">
                <a16:creationId xmlns:a16="http://schemas.microsoft.com/office/drawing/2014/main" id="{E56096B0-E1EA-41A7-616C-640E0AD9D11D}"/>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7"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AB00531C-2BF8-695A-346C-8786AB1A97B9}"/>
              </a:ext>
            </a:extLst>
          </p:cNvPr>
          <p:cNvPicPr>
            <a:picLocks noChangeAspect="1"/>
          </p:cNvPicPr>
          <p:nvPr/>
        </p:nvPicPr>
        <p:blipFill>
          <a:blip r:embed="rId28"/>
          <a:stretch>
            <a:fillRect/>
          </a:stretch>
        </p:blipFill>
        <p:spPr>
          <a:xfrm>
            <a:off x="4086354" y="220997"/>
            <a:ext cx="1015354" cy="1030623"/>
          </a:xfrm>
          <a:prstGeom prst="rect">
            <a:avLst/>
          </a:prstGeom>
        </p:spPr>
      </p:pic>
      <p:sp>
        <p:nvSpPr>
          <p:cNvPr id="48" name="TextBox 47">
            <a:extLst>
              <a:ext uri="{FF2B5EF4-FFF2-40B4-BE49-F238E27FC236}">
                <a16:creationId xmlns:a16="http://schemas.microsoft.com/office/drawing/2014/main" id="{935C9789-90DA-3C22-6568-EDE2070A210F}"/>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096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53829582-376B-0C1E-420E-0294D7B8AF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28A7D4-AEA6-37C1-92D3-0CD0A4FB13C9}"/>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910C9F87-A435-2DD2-718E-1BEEE55BD214}"/>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2E4176-8C6F-C430-1601-A08F860AA835}"/>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1A9201C-4D25-2451-4741-A07B6D6EBD2C}"/>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8CE7C21-E967-360F-053A-CBBD5C882C32}"/>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FA92208A-EE60-B273-468B-B337902D7F6A}"/>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81A2D434-0D33-0A13-8149-0C43EAA49C54}"/>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25341B30-B562-591F-C72B-642D08E97299}"/>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18F1735B-ADBF-41A5-0B61-37E81B983183}"/>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A996B493-C93A-E5E1-A340-A394221A48FD}"/>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EB5CC615-D2E3-BF2D-5BE6-CD03A1658153}"/>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CD9ED4D5-0757-0772-58DC-F6BB11276F03}"/>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1C9C0550-F953-F19E-B5DA-7445D6132F0D}"/>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4DB8A42A-F49D-8EB1-A6E3-3E1FB37301E4}"/>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6C5FFA41-2900-F06F-9650-A93CADEFD981}"/>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FB25E7E-6452-02AF-A431-93DCF2A1F85E}"/>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0323421D-C240-DDC1-1D9A-111FE7D1C471}"/>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5" name="TextBox 4">
            <a:extLst>
              <a:ext uri="{FF2B5EF4-FFF2-40B4-BE49-F238E27FC236}">
                <a16:creationId xmlns:a16="http://schemas.microsoft.com/office/drawing/2014/main" id="{21E52D36-CF8C-505B-0B0D-844D842F802D}"/>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CA347DD8-D27B-E4C2-CACA-06DC246EE3FE}"/>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CF5D022-9F7C-7BC4-011B-9F387FF857AF}"/>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AF5415D-76EB-73A4-2982-7BFFB80621A3}"/>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62CF9B3-BAE8-564A-723A-64B9361A6883}"/>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7A5BB40B-C61A-EAFF-7F62-3EF48B7E7D1F}"/>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163DFEC6-BF9B-1558-2D3C-E4F68D30B9DC}"/>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491C9EC7-1999-2C8A-58E7-BB47B3366A66}"/>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A443AA7B-7696-59C6-97CE-20F038A0A202}"/>
              </a:ext>
            </a:extLst>
          </p:cNvPr>
          <p:cNvSpPr txBox="1"/>
          <p:nvPr/>
        </p:nvSpPr>
        <p:spPr>
          <a:xfrm>
            <a:off x="35958" y="3930528"/>
            <a:ext cx="1315092"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18524E6B-34C8-0D08-E4B5-A12339751874}"/>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6BCA2B66-40B1-43A8-5BA8-9D8A3781A0B3}"/>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03A65853-8923-EA25-57CE-2B85CC13F92B}"/>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486C8C6C-0656-E856-58C5-132B51C111E5}"/>
              </a:ext>
            </a:extLst>
          </p:cNvPr>
          <p:cNvGraphicFramePr>
            <a:graphicFrameLocks noGrp="1"/>
          </p:cNvGraphicFramePr>
          <p:nvPr/>
        </p:nvGraphicFramePr>
        <p:xfrm>
          <a:off x="2468878" y="2431342"/>
          <a:ext cx="8128000" cy="222504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184063469"/>
                    </a:ext>
                  </a:extLst>
                </a:gridCol>
                <a:gridCol w="1625600">
                  <a:extLst>
                    <a:ext uri="{9D8B030D-6E8A-4147-A177-3AD203B41FA5}">
                      <a16:colId xmlns:a16="http://schemas.microsoft.com/office/drawing/2014/main" val="910096612"/>
                    </a:ext>
                  </a:extLst>
                </a:gridCol>
                <a:gridCol w="1625600">
                  <a:extLst>
                    <a:ext uri="{9D8B030D-6E8A-4147-A177-3AD203B41FA5}">
                      <a16:colId xmlns:a16="http://schemas.microsoft.com/office/drawing/2014/main" val="2561887840"/>
                    </a:ext>
                  </a:extLst>
                </a:gridCol>
                <a:gridCol w="1625600">
                  <a:extLst>
                    <a:ext uri="{9D8B030D-6E8A-4147-A177-3AD203B41FA5}">
                      <a16:colId xmlns:a16="http://schemas.microsoft.com/office/drawing/2014/main" val="2686254130"/>
                    </a:ext>
                  </a:extLst>
                </a:gridCol>
                <a:gridCol w="1625600">
                  <a:extLst>
                    <a:ext uri="{9D8B030D-6E8A-4147-A177-3AD203B41FA5}">
                      <a16:colId xmlns:a16="http://schemas.microsoft.com/office/drawing/2014/main" val="19957982"/>
                    </a:ext>
                  </a:extLst>
                </a:gridCol>
              </a:tblGrid>
              <a:tr h="370840">
                <a:tc gridSpan="4">
                  <a:txBody>
                    <a:bodyPr/>
                    <a:lstStyle/>
                    <a:p>
                      <a:r>
                        <a:rPr lang="en-US" dirty="0">
                          <a:solidFill>
                            <a:schemeClr val="bg1"/>
                          </a:solidFill>
                        </a:rPr>
                        <a:t>1.</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r>
                        <a:rPr lang="en-US" dirty="0">
                          <a:solidFill>
                            <a:schemeClr val="bg1"/>
                          </a:solidFill>
                        </a:rPr>
                        <a:t>Correct answer</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40703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5576493"/>
                  </a:ext>
                </a:extLst>
              </a:tr>
              <a:tr h="370840">
                <a:tc gridSpan="4">
                  <a:txBody>
                    <a:bodyPr/>
                    <a:lstStyle/>
                    <a:p>
                      <a:r>
                        <a:rPr lang="en-US" dirty="0">
                          <a:solidFill>
                            <a:schemeClr val="bg1"/>
                          </a:solidFill>
                        </a:rPr>
                        <a:t>2.</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939867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948820"/>
                  </a:ext>
                </a:extLst>
              </a:tr>
              <a:tr h="370840">
                <a:tc gridSpan="4">
                  <a:txBody>
                    <a:bodyPr/>
                    <a:lstStyle/>
                    <a:p>
                      <a:r>
                        <a:rPr lang="en-US" dirty="0">
                          <a:solidFill>
                            <a:schemeClr val="bg1"/>
                          </a:solidFill>
                        </a:rPr>
                        <a:t>3.</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444039"/>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5837440"/>
                  </a:ext>
                </a:extLst>
              </a:tr>
            </a:tbl>
          </a:graphicData>
        </a:graphic>
      </p:graphicFrame>
      <p:graphicFrame>
        <p:nvGraphicFramePr>
          <p:cNvPr id="18" name="Table 17">
            <a:extLst>
              <a:ext uri="{FF2B5EF4-FFF2-40B4-BE49-F238E27FC236}">
                <a16:creationId xmlns:a16="http://schemas.microsoft.com/office/drawing/2014/main" id="{419DF147-A2BE-7FFC-8D57-36F5B83D3E5C}"/>
              </a:ext>
            </a:extLst>
          </p:cNvPr>
          <p:cNvGraphicFramePr>
            <a:graphicFrameLocks noGrp="1"/>
          </p:cNvGraphicFramePr>
          <p:nvPr/>
        </p:nvGraphicFramePr>
        <p:xfrm>
          <a:off x="2469706" y="4661145"/>
          <a:ext cx="8128000" cy="148336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2364373913"/>
                    </a:ext>
                  </a:extLst>
                </a:gridCol>
                <a:gridCol w="1625600">
                  <a:extLst>
                    <a:ext uri="{9D8B030D-6E8A-4147-A177-3AD203B41FA5}">
                      <a16:colId xmlns:a16="http://schemas.microsoft.com/office/drawing/2014/main" val="3031898609"/>
                    </a:ext>
                  </a:extLst>
                </a:gridCol>
                <a:gridCol w="1625600">
                  <a:extLst>
                    <a:ext uri="{9D8B030D-6E8A-4147-A177-3AD203B41FA5}">
                      <a16:colId xmlns:a16="http://schemas.microsoft.com/office/drawing/2014/main" val="2271693385"/>
                    </a:ext>
                  </a:extLst>
                </a:gridCol>
                <a:gridCol w="1625600">
                  <a:extLst>
                    <a:ext uri="{9D8B030D-6E8A-4147-A177-3AD203B41FA5}">
                      <a16:colId xmlns:a16="http://schemas.microsoft.com/office/drawing/2014/main" val="2455766532"/>
                    </a:ext>
                  </a:extLst>
                </a:gridCol>
                <a:gridCol w="1625600">
                  <a:extLst>
                    <a:ext uri="{9D8B030D-6E8A-4147-A177-3AD203B41FA5}">
                      <a16:colId xmlns:a16="http://schemas.microsoft.com/office/drawing/2014/main" val="410242132"/>
                    </a:ext>
                  </a:extLst>
                </a:gridCol>
              </a:tblGrid>
              <a:tr h="370840">
                <a:tc gridSpan="4">
                  <a:txBody>
                    <a:bodyPr/>
                    <a:lstStyle/>
                    <a:p>
                      <a:r>
                        <a:rPr lang="en-US" dirty="0">
                          <a:solidFill>
                            <a:schemeClr val="bg1"/>
                          </a:solidFill>
                        </a:rPr>
                        <a:t>4.</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331855"/>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421478"/>
                  </a:ext>
                </a:extLst>
              </a:tr>
              <a:tr h="370840">
                <a:tc gridSpan="4">
                  <a:txBody>
                    <a:bodyPr/>
                    <a:lstStyle/>
                    <a:p>
                      <a:r>
                        <a:rPr lang="en-US" dirty="0">
                          <a:solidFill>
                            <a:schemeClr val="bg1"/>
                          </a:solidFill>
                        </a:rPr>
                        <a:t>5.</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4750246"/>
                  </a:ext>
                </a:extLst>
              </a:tr>
              <a:tr h="370840">
                <a:tc>
                  <a:txBody>
                    <a:bodyPr/>
                    <a:lstStyle/>
                    <a:p>
                      <a:r>
                        <a:rPr lang="en-US" dirty="0">
                          <a:solidFill>
                            <a:schemeClr val="bg1"/>
                          </a:solidFill>
                        </a:rPr>
                        <a:t>a)</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b)</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c)</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d)</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Ans:</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511889"/>
                  </a:ext>
                </a:extLst>
              </a:tr>
            </a:tbl>
          </a:graphicData>
        </a:graphic>
      </p:graphicFrame>
      <p:sp>
        <p:nvSpPr>
          <p:cNvPr id="11" name="TextBox 10">
            <a:extLst>
              <a:ext uri="{FF2B5EF4-FFF2-40B4-BE49-F238E27FC236}">
                <a16:creationId xmlns:a16="http://schemas.microsoft.com/office/drawing/2014/main" id="{5DBB05C1-87C1-0FFB-76EB-077110E84F9A}"/>
              </a:ext>
            </a:extLst>
          </p:cNvPr>
          <p:cNvSpPr txBox="1"/>
          <p:nvPr/>
        </p:nvSpPr>
        <p:spPr>
          <a:xfrm>
            <a:off x="1690955" y="1449242"/>
            <a:ext cx="3409042" cy="369332"/>
          </a:xfrm>
          <a:prstGeom prst="rect">
            <a:avLst/>
          </a:prstGeom>
          <a:noFill/>
        </p:spPr>
        <p:txBody>
          <a:bodyPr wrap="square" rtlCol="0">
            <a:spAutoFit/>
          </a:bodyPr>
          <a:lstStyle/>
          <a:p>
            <a:r>
              <a:rPr lang="en-US" dirty="0">
                <a:solidFill>
                  <a:schemeClr val="bg1"/>
                </a:solidFill>
              </a:rPr>
              <a:t>Congratulations! Your Score is 10.</a:t>
            </a:r>
          </a:p>
        </p:txBody>
      </p:sp>
      <p:sp>
        <p:nvSpPr>
          <p:cNvPr id="19" name="TextBox 18">
            <a:extLst>
              <a:ext uri="{FF2B5EF4-FFF2-40B4-BE49-F238E27FC236}">
                <a16:creationId xmlns:a16="http://schemas.microsoft.com/office/drawing/2014/main" id="{6D0E6351-C9FA-9FF6-5BC4-BB402D019B3E}"/>
              </a:ext>
            </a:extLst>
          </p:cNvPr>
          <p:cNvSpPr txBox="1"/>
          <p:nvPr/>
        </p:nvSpPr>
        <p:spPr>
          <a:xfrm>
            <a:off x="5263147" y="1449242"/>
            <a:ext cx="3037732" cy="369332"/>
          </a:xfrm>
          <a:prstGeom prst="rect">
            <a:avLst/>
          </a:prstGeom>
          <a:noFill/>
        </p:spPr>
        <p:txBody>
          <a:bodyPr wrap="square" rtlCol="0">
            <a:spAutoFit/>
          </a:bodyPr>
          <a:lstStyle/>
          <a:p>
            <a:r>
              <a:rPr lang="en-US" dirty="0">
                <a:solidFill>
                  <a:schemeClr val="bg1"/>
                </a:solidFill>
              </a:rPr>
              <a:t>Very Good! Your Score is 9-7.</a:t>
            </a:r>
          </a:p>
        </p:txBody>
      </p:sp>
      <p:sp>
        <p:nvSpPr>
          <p:cNvPr id="21" name="TextBox 20">
            <a:extLst>
              <a:ext uri="{FF2B5EF4-FFF2-40B4-BE49-F238E27FC236}">
                <a16:creationId xmlns:a16="http://schemas.microsoft.com/office/drawing/2014/main" id="{5121BC93-CD16-8838-DCB5-AA18EB6A26C4}"/>
              </a:ext>
            </a:extLst>
          </p:cNvPr>
          <p:cNvSpPr txBox="1"/>
          <p:nvPr/>
        </p:nvSpPr>
        <p:spPr>
          <a:xfrm>
            <a:off x="8577263" y="1438466"/>
            <a:ext cx="3527154" cy="369332"/>
          </a:xfrm>
          <a:prstGeom prst="rect">
            <a:avLst/>
          </a:prstGeom>
          <a:noFill/>
        </p:spPr>
        <p:txBody>
          <a:bodyPr wrap="square" rtlCol="0">
            <a:spAutoFit/>
          </a:bodyPr>
          <a:lstStyle/>
          <a:p>
            <a:r>
              <a:rPr lang="en-US" dirty="0">
                <a:solidFill>
                  <a:schemeClr val="bg1"/>
                </a:solidFill>
              </a:rPr>
              <a:t>Good! Your Score is 6-5.</a:t>
            </a:r>
          </a:p>
        </p:txBody>
      </p:sp>
      <p:sp>
        <p:nvSpPr>
          <p:cNvPr id="22" name="TextBox 21">
            <a:extLst>
              <a:ext uri="{FF2B5EF4-FFF2-40B4-BE49-F238E27FC236}">
                <a16:creationId xmlns:a16="http://schemas.microsoft.com/office/drawing/2014/main" id="{86C1AC86-3536-61CA-CC62-38674A6AB2E8}"/>
              </a:ext>
            </a:extLst>
          </p:cNvPr>
          <p:cNvSpPr txBox="1"/>
          <p:nvPr/>
        </p:nvSpPr>
        <p:spPr>
          <a:xfrm>
            <a:off x="4383192" y="1906776"/>
            <a:ext cx="4487272" cy="369332"/>
          </a:xfrm>
          <a:prstGeom prst="rect">
            <a:avLst/>
          </a:prstGeom>
          <a:noFill/>
        </p:spPr>
        <p:txBody>
          <a:bodyPr wrap="square" rtlCol="0">
            <a:spAutoFit/>
          </a:bodyPr>
          <a:lstStyle/>
          <a:p>
            <a:r>
              <a:rPr lang="en-US" dirty="0">
                <a:solidFill>
                  <a:schemeClr val="bg1"/>
                </a:solidFill>
              </a:rPr>
              <a:t>Listen to the topics again! Your Score is 4-0.</a:t>
            </a:r>
          </a:p>
        </p:txBody>
      </p:sp>
      <p:grpSp>
        <p:nvGrpSpPr>
          <p:cNvPr id="27" name="Group 26">
            <a:extLst>
              <a:ext uri="{FF2B5EF4-FFF2-40B4-BE49-F238E27FC236}">
                <a16:creationId xmlns:a16="http://schemas.microsoft.com/office/drawing/2014/main" id="{B86F29AD-91E9-D6F4-A47A-5C3CE61036E3}"/>
              </a:ext>
            </a:extLst>
          </p:cNvPr>
          <p:cNvGrpSpPr/>
          <p:nvPr/>
        </p:nvGrpSpPr>
        <p:grpSpPr>
          <a:xfrm>
            <a:off x="10685712" y="1251620"/>
            <a:ext cx="1477850" cy="3880703"/>
            <a:chOff x="10685711" y="1251620"/>
            <a:chExt cx="1506289" cy="3880703"/>
          </a:xfrm>
        </p:grpSpPr>
        <p:sp>
          <p:nvSpPr>
            <p:cNvPr id="29" name="Rectangle 28">
              <a:extLst>
                <a:ext uri="{FF2B5EF4-FFF2-40B4-BE49-F238E27FC236}">
                  <a16:creationId xmlns:a16="http://schemas.microsoft.com/office/drawing/2014/main" id="{6F8C2ECA-F73B-CEE4-CC8C-12FA31AA977D}"/>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2" name="Group 41">
              <a:extLst>
                <a:ext uri="{FF2B5EF4-FFF2-40B4-BE49-F238E27FC236}">
                  <a16:creationId xmlns:a16="http://schemas.microsoft.com/office/drawing/2014/main" id="{E2F7E018-D670-62E8-A8C5-3906F41089BA}"/>
                </a:ext>
              </a:extLst>
            </p:cNvPr>
            <p:cNvGrpSpPr/>
            <p:nvPr/>
          </p:nvGrpSpPr>
          <p:grpSpPr>
            <a:xfrm>
              <a:off x="10883795" y="1355041"/>
              <a:ext cx="1251032" cy="3299152"/>
              <a:chOff x="10902592" y="1319260"/>
              <a:chExt cx="1251032" cy="3355482"/>
            </a:xfrm>
          </p:grpSpPr>
          <p:sp>
            <p:nvSpPr>
              <p:cNvPr id="43" name="Rectangle 42">
                <a:extLst>
                  <a:ext uri="{FF2B5EF4-FFF2-40B4-BE49-F238E27FC236}">
                    <a16:creationId xmlns:a16="http://schemas.microsoft.com/office/drawing/2014/main" id="{AA55B71C-600F-6AAB-E96B-3728E42D3F98}"/>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2" name="Rectangle 51">
                <a:extLst>
                  <a:ext uri="{FF2B5EF4-FFF2-40B4-BE49-F238E27FC236}">
                    <a16:creationId xmlns:a16="http://schemas.microsoft.com/office/drawing/2014/main" id="{BF9CBF04-8525-19DB-525B-7320E7154415}"/>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A0C61A6F-FC9A-99A1-E947-A5FF864F0F4D}"/>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CFE0FBC1-AA81-7580-846C-CB1BDC8FE1FC}"/>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EDAC718C-22C2-5749-8606-9CE203D72FA5}"/>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16" name="TextBox 15">
            <a:extLst>
              <a:ext uri="{FF2B5EF4-FFF2-40B4-BE49-F238E27FC236}">
                <a16:creationId xmlns:a16="http://schemas.microsoft.com/office/drawing/2014/main" id="{A1E3739A-51FE-F2C2-3D77-A11777047AF9}"/>
              </a:ext>
            </a:extLst>
          </p:cNvPr>
          <p:cNvSpPr txBox="1"/>
          <p:nvPr/>
        </p:nvSpPr>
        <p:spPr>
          <a:xfrm>
            <a:off x="-1" y="5524712"/>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82509EC2-A289-8991-F595-A342E512F63D}"/>
              </a:ext>
            </a:extLst>
          </p:cNvPr>
          <p:cNvPicPr>
            <a:picLocks noChangeAspect="1"/>
          </p:cNvPicPr>
          <p:nvPr/>
        </p:nvPicPr>
        <p:blipFill>
          <a:blip r:embed="rId26"/>
          <a:stretch>
            <a:fillRect/>
          </a:stretch>
        </p:blipFill>
        <p:spPr>
          <a:xfrm>
            <a:off x="4125920" y="205045"/>
            <a:ext cx="1001834" cy="1016899"/>
          </a:xfrm>
          <a:prstGeom prst="rect">
            <a:avLst/>
          </a:prstGeom>
        </p:spPr>
      </p:pic>
      <p:sp>
        <p:nvSpPr>
          <p:cNvPr id="44" name="TextBox 43">
            <a:extLst>
              <a:ext uri="{FF2B5EF4-FFF2-40B4-BE49-F238E27FC236}">
                <a16:creationId xmlns:a16="http://schemas.microsoft.com/office/drawing/2014/main" id="{16D4B0C9-B047-BE2C-ABAD-F7484D8508C9}"/>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4789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B75E125E-68A6-973A-9C54-F557774D9D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B3A9EB-4FFB-C0A4-62E5-AC58A4D4E56A}"/>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74C68E1F-ECAB-7C4C-8E2A-F3164E4EA1C3}"/>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EA28CF4-9BB4-5C59-3E4C-EB6A68C575C7}"/>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21AB994-3B83-3BC4-3E89-76E421F9CB72}"/>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D5136B4-A713-6CF2-43AA-710B30E07617}"/>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7AB6AA01-A9A6-36E3-B9A6-E8F1A65719C0}"/>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EF8282BB-B367-8D9A-09A4-2D06A384E5DE}"/>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1827D298-CDFE-2E1B-AFDC-87F870E883FB}"/>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DE51F0CF-4344-B241-AB0C-6B3680683B02}"/>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DD8E73F2-A2E0-B805-ABAC-59C2D9A82EDD}"/>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E66B4FF7-6891-006E-8159-D3A325307952}"/>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319A929-2A1A-DDDE-A03E-F46383CAA7B9}"/>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770B1959-441C-EDB6-B351-A29EE70F1C8F}"/>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08FB637A-BC65-EBDB-112E-9102B7686BB7}"/>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AE70B1FC-EFC9-6876-7B44-6FA5307F5D44}"/>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AEB2852-2A6D-D062-DE18-525A89B56FEC}"/>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B4F64CA0-3995-BF85-06E7-65BEEB7FB42D}"/>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cxnSp>
        <p:nvCxnSpPr>
          <p:cNvPr id="30" name="Straight Connector 29">
            <a:extLst>
              <a:ext uri="{FF2B5EF4-FFF2-40B4-BE49-F238E27FC236}">
                <a16:creationId xmlns:a16="http://schemas.microsoft.com/office/drawing/2014/main" id="{6C5497DE-667C-AB56-45BE-320FB4402B75}"/>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FDE9604-FE67-A2F8-7C69-30860288176D}"/>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CE22535-08C5-1C27-73EC-936475A34A61}"/>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3821A8D0-B346-2E0C-FFA5-208DE5BFFC46}"/>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93B63A99-946B-C49F-0254-C0E7BF4037B7}"/>
              </a:ext>
            </a:extLst>
          </p:cNvPr>
          <p:cNvSpPr/>
          <p:nvPr/>
        </p:nvSpPr>
        <p:spPr>
          <a:xfrm rot="10800000">
            <a:off x="4460574" y="1854417"/>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pSp>
        <p:nvGrpSpPr>
          <p:cNvPr id="67" name="Group 66">
            <a:extLst>
              <a:ext uri="{FF2B5EF4-FFF2-40B4-BE49-F238E27FC236}">
                <a16:creationId xmlns:a16="http://schemas.microsoft.com/office/drawing/2014/main" id="{069C5690-A521-2B8B-6F5F-8B7C3E2E19F9}"/>
              </a:ext>
            </a:extLst>
          </p:cNvPr>
          <p:cNvGrpSpPr/>
          <p:nvPr/>
        </p:nvGrpSpPr>
        <p:grpSpPr>
          <a:xfrm>
            <a:off x="1354904" y="1230289"/>
            <a:ext cx="8910920" cy="3598388"/>
            <a:chOff x="1354904" y="1230289"/>
            <a:chExt cx="8910920" cy="3598388"/>
          </a:xfrm>
        </p:grpSpPr>
        <p:sp>
          <p:nvSpPr>
            <p:cNvPr id="44" name="Rectangle 43">
              <a:extLst>
                <a:ext uri="{FF2B5EF4-FFF2-40B4-BE49-F238E27FC236}">
                  <a16:creationId xmlns:a16="http://schemas.microsoft.com/office/drawing/2014/main" id="{87AB4629-94D9-F640-211F-DFEA631BF1CC}"/>
                </a:ext>
              </a:extLst>
            </p:cNvPr>
            <p:cNvSpPr/>
            <p:nvPr/>
          </p:nvSpPr>
          <p:spPr>
            <a:xfrm>
              <a:off x="1418879" y="1687772"/>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7AE66FB8-BC92-A6BC-34CB-78D241D3391A}"/>
                </a:ext>
              </a:extLst>
            </p:cNvPr>
            <p:cNvSpPr/>
            <p:nvPr/>
          </p:nvSpPr>
          <p:spPr>
            <a:xfrm>
              <a:off x="2545980" y="1752190"/>
              <a:ext cx="2296468" cy="4180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E56E842B-439B-FCFC-CECD-AF268F23C7A7}"/>
                </a:ext>
              </a:extLst>
            </p:cNvPr>
            <p:cNvSpPr/>
            <p:nvPr/>
          </p:nvSpPr>
          <p:spPr>
            <a:xfrm>
              <a:off x="5804652" y="1230289"/>
              <a:ext cx="1933746"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Last visited on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BF3FF700-A352-CE7F-FD83-31BB42A1B96A}"/>
                </a:ext>
              </a:extLst>
            </p:cNvPr>
            <p:cNvSpPr/>
            <p:nvPr/>
          </p:nvSpPr>
          <p:spPr>
            <a:xfrm>
              <a:off x="7636171" y="1318619"/>
              <a:ext cx="668505" cy="3553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Rectangle 10">
              <a:extLst>
                <a:ext uri="{FF2B5EF4-FFF2-40B4-BE49-F238E27FC236}">
                  <a16:creationId xmlns:a16="http://schemas.microsoft.com/office/drawing/2014/main" id="{54AA836D-9D46-E5AE-665A-D3AFA8C3018F}"/>
                </a:ext>
              </a:extLst>
            </p:cNvPr>
            <p:cNvSpPr/>
            <p:nvPr/>
          </p:nvSpPr>
          <p:spPr>
            <a:xfrm>
              <a:off x="8206570" y="1299625"/>
              <a:ext cx="1496014"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Hours spent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EB61DA41-0EC3-6FA8-88C9-AFF9FFAE1B49}"/>
                </a:ext>
              </a:extLst>
            </p:cNvPr>
            <p:cNvSpPr/>
            <p:nvPr/>
          </p:nvSpPr>
          <p:spPr>
            <a:xfrm>
              <a:off x="9660690" y="1364192"/>
              <a:ext cx="605134" cy="3678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021842E5-FC24-C3F5-A265-9EC517A602CD}"/>
                </a:ext>
              </a:extLst>
            </p:cNvPr>
            <p:cNvSpPr/>
            <p:nvPr/>
          </p:nvSpPr>
          <p:spPr>
            <a:xfrm>
              <a:off x="1354904" y="2442553"/>
              <a:ext cx="3105669"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No. of Topics completed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C766F217-9A0B-7BDF-B6E0-66FA8CFFAA98}"/>
                </a:ext>
              </a:extLst>
            </p:cNvPr>
            <p:cNvSpPr/>
            <p:nvPr/>
          </p:nvSpPr>
          <p:spPr>
            <a:xfrm>
              <a:off x="1496014" y="3071514"/>
              <a:ext cx="3214766"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No. of Mock Tests attempted</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B14D3036-360E-B58E-6CCD-527760F5AF69}"/>
                </a:ext>
              </a:extLst>
            </p:cNvPr>
            <p:cNvSpPr/>
            <p:nvPr/>
          </p:nvSpPr>
          <p:spPr>
            <a:xfrm>
              <a:off x="5711022" y="1864232"/>
              <a:ext cx="2569949"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No. of times visited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BD738DC2-BB0B-D4E1-4242-DB8DFDEC8A7F}"/>
                </a:ext>
              </a:extLst>
            </p:cNvPr>
            <p:cNvSpPr/>
            <p:nvPr/>
          </p:nvSpPr>
          <p:spPr>
            <a:xfrm>
              <a:off x="8304676" y="1933947"/>
              <a:ext cx="1230427" cy="372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5" name="Rectangle 24">
              <a:extLst>
                <a:ext uri="{FF2B5EF4-FFF2-40B4-BE49-F238E27FC236}">
                  <a16:creationId xmlns:a16="http://schemas.microsoft.com/office/drawing/2014/main" id="{3670FF72-902E-FAB7-1ED6-258083E15138}"/>
                </a:ext>
              </a:extLst>
            </p:cNvPr>
            <p:cNvSpPr/>
            <p:nvPr/>
          </p:nvSpPr>
          <p:spPr>
            <a:xfrm>
              <a:off x="1506288" y="3767333"/>
              <a:ext cx="3425307"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No. of Assignments Submitted</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E757237F-8E05-EB48-06A9-60BD335A8D18}"/>
                </a:ext>
              </a:extLst>
            </p:cNvPr>
            <p:cNvSpPr/>
            <p:nvPr/>
          </p:nvSpPr>
          <p:spPr>
            <a:xfrm>
              <a:off x="4656879" y="2533263"/>
              <a:ext cx="1230427" cy="372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9AD8CA88-5A34-5B73-38B4-E2185FC62648}"/>
                </a:ext>
              </a:extLst>
            </p:cNvPr>
            <p:cNvSpPr/>
            <p:nvPr/>
          </p:nvSpPr>
          <p:spPr>
            <a:xfrm>
              <a:off x="4759557" y="3181539"/>
              <a:ext cx="1230427" cy="372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1" name="Rectangle 50">
              <a:extLst>
                <a:ext uri="{FF2B5EF4-FFF2-40B4-BE49-F238E27FC236}">
                  <a16:creationId xmlns:a16="http://schemas.microsoft.com/office/drawing/2014/main" id="{BCDCA8F1-B998-16CC-642F-86A677BA157F}"/>
                </a:ext>
              </a:extLst>
            </p:cNvPr>
            <p:cNvSpPr/>
            <p:nvPr/>
          </p:nvSpPr>
          <p:spPr>
            <a:xfrm>
              <a:off x="4865573" y="3850722"/>
              <a:ext cx="1124411" cy="3466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3" name="Rectangle 52">
              <a:extLst>
                <a:ext uri="{FF2B5EF4-FFF2-40B4-BE49-F238E27FC236}">
                  <a16:creationId xmlns:a16="http://schemas.microsoft.com/office/drawing/2014/main" id="{D967A8F3-EF0F-A3F6-EB55-6D251F691EFB}"/>
                </a:ext>
              </a:extLst>
            </p:cNvPr>
            <p:cNvSpPr/>
            <p:nvPr/>
          </p:nvSpPr>
          <p:spPr>
            <a:xfrm>
              <a:off x="1425331" y="4428567"/>
              <a:ext cx="3056575"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No. of Quizzes Submitted</a:t>
              </a:r>
              <a:endParaRPr lang="en-US" sz="2400" dirty="0">
                <a:ln/>
                <a:solidFill>
                  <a:schemeClr val="bg1"/>
                </a:solidFill>
                <a:latin typeface="Times New Roman" panose="02020603050405020304" pitchFamily="18" charset="0"/>
                <a:cs typeface="Times New Roman" panose="02020603050405020304" pitchFamily="18" charset="0"/>
              </a:endParaRPr>
            </a:p>
          </p:txBody>
        </p:sp>
      </p:grpSp>
      <p:sp>
        <p:nvSpPr>
          <p:cNvPr id="55" name="Rectangle 54">
            <a:extLst>
              <a:ext uri="{FF2B5EF4-FFF2-40B4-BE49-F238E27FC236}">
                <a16:creationId xmlns:a16="http://schemas.microsoft.com/office/drawing/2014/main" id="{3D7E8EC8-039C-A118-100E-768DFD5E4169}"/>
              </a:ext>
            </a:extLst>
          </p:cNvPr>
          <p:cNvSpPr/>
          <p:nvPr/>
        </p:nvSpPr>
        <p:spPr>
          <a:xfrm>
            <a:off x="4866174" y="4482454"/>
            <a:ext cx="1230427" cy="372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pSp>
        <p:nvGrpSpPr>
          <p:cNvPr id="56" name="Group 55">
            <a:extLst>
              <a:ext uri="{FF2B5EF4-FFF2-40B4-BE49-F238E27FC236}">
                <a16:creationId xmlns:a16="http://schemas.microsoft.com/office/drawing/2014/main" id="{DA9785B5-B7AE-DB30-C713-92B76D39F615}"/>
              </a:ext>
            </a:extLst>
          </p:cNvPr>
          <p:cNvGrpSpPr/>
          <p:nvPr/>
        </p:nvGrpSpPr>
        <p:grpSpPr>
          <a:xfrm>
            <a:off x="10669337" y="1287670"/>
            <a:ext cx="1477850" cy="3880703"/>
            <a:chOff x="10714697" y="1777695"/>
            <a:chExt cx="1506289" cy="3880703"/>
          </a:xfrm>
        </p:grpSpPr>
        <p:sp>
          <p:nvSpPr>
            <p:cNvPr id="57" name="Rectangle 56">
              <a:extLst>
                <a:ext uri="{FF2B5EF4-FFF2-40B4-BE49-F238E27FC236}">
                  <a16:creationId xmlns:a16="http://schemas.microsoft.com/office/drawing/2014/main" id="{C1FEA154-B9B5-3EFC-B5F1-A74C7C85DC9D}"/>
                </a:ext>
              </a:extLst>
            </p:cNvPr>
            <p:cNvSpPr/>
            <p:nvPr/>
          </p:nvSpPr>
          <p:spPr>
            <a:xfrm>
              <a:off x="10714697" y="1777695"/>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9" name="Group 58">
              <a:extLst>
                <a:ext uri="{FF2B5EF4-FFF2-40B4-BE49-F238E27FC236}">
                  <a16:creationId xmlns:a16="http://schemas.microsoft.com/office/drawing/2014/main" id="{662F321C-5BC2-5E6D-FBCC-E2DD3E42EBF1}"/>
                </a:ext>
              </a:extLst>
            </p:cNvPr>
            <p:cNvGrpSpPr/>
            <p:nvPr/>
          </p:nvGrpSpPr>
          <p:grpSpPr>
            <a:xfrm>
              <a:off x="10902309" y="1814117"/>
              <a:ext cx="1251032" cy="3299152"/>
              <a:chOff x="10921106" y="1786174"/>
              <a:chExt cx="1251032" cy="3355482"/>
            </a:xfrm>
          </p:grpSpPr>
          <p:sp>
            <p:nvSpPr>
              <p:cNvPr id="60" name="Rectangle 59">
                <a:extLst>
                  <a:ext uri="{FF2B5EF4-FFF2-40B4-BE49-F238E27FC236}">
                    <a16:creationId xmlns:a16="http://schemas.microsoft.com/office/drawing/2014/main" id="{1ABDA5E4-E6FA-DD74-FF61-C01FBB7A215B}"/>
                  </a:ext>
                </a:extLst>
              </p:cNvPr>
              <p:cNvSpPr/>
              <p:nvPr/>
            </p:nvSpPr>
            <p:spPr>
              <a:xfrm>
                <a:off x="10939272" y="4096511"/>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1" name="Rectangle 60">
                <a:extLst>
                  <a:ext uri="{FF2B5EF4-FFF2-40B4-BE49-F238E27FC236}">
                    <a16:creationId xmlns:a16="http://schemas.microsoft.com/office/drawing/2014/main" id="{762C7B9E-F544-81B0-EAD4-E1BF75865F32}"/>
                  </a:ext>
                </a:extLst>
              </p:cNvPr>
              <p:cNvSpPr/>
              <p:nvPr/>
            </p:nvSpPr>
            <p:spPr>
              <a:xfrm>
                <a:off x="10939272" y="4793395"/>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027B68A0-98CA-EE9A-7973-48BB3D71A745}"/>
                  </a:ext>
                </a:extLst>
              </p:cNvPr>
              <p:cNvSpPr/>
              <p:nvPr/>
            </p:nvSpPr>
            <p:spPr>
              <a:xfrm>
                <a:off x="10998196" y="3399628"/>
                <a:ext cx="1045845"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3" name="Rectangle 62">
                <a:extLst>
                  <a:ext uri="{FF2B5EF4-FFF2-40B4-BE49-F238E27FC236}">
                    <a16:creationId xmlns:a16="http://schemas.microsoft.com/office/drawing/2014/main" id="{F488D914-9794-51C8-9D5B-AC0AB5E419BF}"/>
                  </a:ext>
                </a:extLst>
              </p:cNvPr>
              <p:cNvSpPr/>
              <p:nvPr/>
            </p:nvSpPr>
            <p:spPr>
              <a:xfrm>
                <a:off x="10921106" y="2574041"/>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7F59C8DE-7670-1483-38F2-39B961F8F1E7}"/>
                  </a:ext>
                </a:extLst>
              </p:cNvPr>
              <p:cNvSpPr txBox="1"/>
              <p:nvPr/>
            </p:nvSpPr>
            <p:spPr>
              <a:xfrm>
                <a:off x="10939272" y="1786174"/>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sp>
        <p:nvSpPr>
          <p:cNvPr id="29" name="Rectangle 28">
            <a:extLst>
              <a:ext uri="{FF2B5EF4-FFF2-40B4-BE49-F238E27FC236}">
                <a16:creationId xmlns:a16="http://schemas.microsoft.com/office/drawing/2014/main" id="{0E00210A-38F4-CAD3-B69D-2AC0EB9EB94B}"/>
              </a:ext>
            </a:extLst>
          </p:cNvPr>
          <p:cNvSpPr/>
          <p:nvPr/>
        </p:nvSpPr>
        <p:spPr>
          <a:xfrm>
            <a:off x="6017507" y="3762414"/>
            <a:ext cx="1720891"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Assignment 1</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C3E32C1E-0A75-A9E0-4D19-45EF58FA4A7C}"/>
              </a:ext>
            </a:extLst>
          </p:cNvPr>
          <p:cNvSpPr/>
          <p:nvPr/>
        </p:nvSpPr>
        <p:spPr>
          <a:xfrm>
            <a:off x="8280971" y="3793236"/>
            <a:ext cx="17153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Assignment 2</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ECC9CE3C-F541-5755-3DB1-896AD14934AF}"/>
              </a:ext>
            </a:extLst>
          </p:cNvPr>
          <p:cNvSpPr/>
          <p:nvPr/>
        </p:nvSpPr>
        <p:spPr>
          <a:xfrm>
            <a:off x="7679450" y="3868741"/>
            <a:ext cx="668505" cy="3553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0" name="Rectangle 49">
            <a:extLst>
              <a:ext uri="{FF2B5EF4-FFF2-40B4-BE49-F238E27FC236}">
                <a16:creationId xmlns:a16="http://schemas.microsoft.com/office/drawing/2014/main" id="{5003C707-3D57-33DF-1FDC-1DAA0768EBE2}"/>
              </a:ext>
            </a:extLst>
          </p:cNvPr>
          <p:cNvSpPr/>
          <p:nvPr/>
        </p:nvSpPr>
        <p:spPr>
          <a:xfrm>
            <a:off x="9927220" y="3868741"/>
            <a:ext cx="668505" cy="3553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4" name="Rectangle 53">
            <a:extLst>
              <a:ext uri="{FF2B5EF4-FFF2-40B4-BE49-F238E27FC236}">
                <a16:creationId xmlns:a16="http://schemas.microsoft.com/office/drawing/2014/main" id="{FF047BF0-0F75-41E9-7C47-FD254BA9F605}"/>
              </a:ext>
            </a:extLst>
          </p:cNvPr>
          <p:cNvSpPr/>
          <p:nvPr/>
        </p:nvSpPr>
        <p:spPr>
          <a:xfrm>
            <a:off x="8119286" y="3359818"/>
            <a:ext cx="1164229" cy="355338"/>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Marks</a:t>
            </a:r>
            <a:endParaRPr lang="en-IN" dirty="0"/>
          </a:p>
        </p:txBody>
      </p:sp>
      <p:grpSp>
        <p:nvGrpSpPr>
          <p:cNvPr id="65" name="Group 64">
            <a:extLst>
              <a:ext uri="{FF2B5EF4-FFF2-40B4-BE49-F238E27FC236}">
                <a16:creationId xmlns:a16="http://schemas.microsoft.com/office/drawing/2014/main" id="{FB328B88-664B-50C7-56E9-44F0F54AF7B0}"/>
              </a:ext>
            </a:extLst>
          </p:cNvPr>
          <p:cNvGrpSpPr/>
          <p:nvPr/>
        </p:nvGrpSpPr>
        <p:grpSpPr>
          <a:xfrm>
            <a:off x="-10275" y="1260921"/>
            <a:ext cx="1516564" cy="5123016"/>
            <a:chOff x="-10275" y="1260921"/>
            <a:chExt cx="1516564" cy="5123016"/>
          </a:xfrm>
        </p:grpSpPr>
        <p:sp>
          <p:nvSpPr>
            <p:cNvPr id="5" name="TextBox 4">
              <a:extLst>
                <a:ext uri="{FF2B5EF4-FFF2-40B4-BE49-F238E27FC236}">
                  <a16:creationId xmlns:a16="http://schemas.microsoft.com/office/drawing/2014/main" id="{AD355622-01D8-0F98-92C1-D648F539A2E7}"/>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sp>
          <p:nvSpPr>
            <p:cNvPr id="33" name="TextBox 32">
              <a:extLst>
                <a:ext uri="{FF2B5EF4-FFF2-40B4-BE49-F238E27FC236}">
                  <a16:creationId xmlns:a16="http://schemas.microsoft.com/office/drawing/2014/main" id="{199FC137-DFD5-9A51-8315-155D9674B722}"/>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3D0398E6-2383-D28F-05CD-459C965F2F8A}"/>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6DDD8B13-9BAD-B746-3D1D-DAC735262DD9}"/>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733A89BE-6389-EE5C-EC0F-6EF83285CF2A}"/>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2E41BF96-E437-08F0-35F7-E18F32017859}"/>
                </a:ext>
              </a:extLst>
            </p:cNvPr>
            <p:cNvSpPr txBox="1"/>
            <p:nvPr/>
          </p:nvSpPr>
          <p:spPr>
            <a:xfrm>
              <a:off x="0" y="4467155"/>
              <a:ext cx="1171254"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459A57A9-0166-37A6-E082-BD15AC42005F}"/>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5E37D806-74A0-9D04-DCD5-35FCC6509A8C}"/>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828E0B8C-D5D9-C4B5-245D-BBA9CDB229B2}"/>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6"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grpSp>
      <p:pic>
        <p:nvPicPr>
          <p:cNvPr id="66" name="Picture 65">
            <a:extLst>
              <a:ext uri="{FF2B5EF4-FFF2-40B4-BE49-F238E27FC236}">
                <a16:creationId xmlns:a16="http://schemas.microsoft.com/office/drawing/2014/main" id="{A902667E-F12A-51CF-8A3C-BD7794F8EEEB}"/>
              </a:ext>
            </a:extLst>
          </p:cNvPr>
          <p:cNvPicPr>
            <a:picLocks noChangeAspect="1"/>
          </p:cNvPicPr>
          <p:nvPr/>
        </p:nvPicPr>
        <p:blipFill>
          <a:blip r:embed="rId27"/>
          <a:stretch>
            <a:fillRect/>
          </a:stretch>
        </p:blipFill>
        <p:spPr>
          <a:xfrm>
            <a:off x="4025969" y="196478"/>
            <a:ext cx="1018395" cy="1033709"/>
          </a:xfrm>
          <a:prstGeom prst="rect">
            <a:avLst/>
          </a:prstGeom>
        </p:spPr>
      </p:pic>
      <p:sp>
        <p:nvSpPr>
          <p:cNvPr id="68" name="TextBox 67">
            <a:extLst>
              <a:ext uri="{FF2B5EF4-FFF2-40B4-BE49-F238E27FC236}">
                <a16:creationId xmlns:a16="http://schemas.microsoft.com/office/drawing/2014/main" id="{B6FFABCF-8D3D-BAF9-3B87-E7B3F57FFB96}"/>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
        <p:nvSpPr>
          <p:cNvPr id="69" name="Oval 68">
            <a:extLst>
              <a:ext uri="{FF2B5EF4-FFF2-40B4-BE49-F238E27FC236}">
                <a16:creationId xmlns:a16="http://schemas.microsoft.com/office/drawing/2014/main" id="{48695AD3-84F1-BDD1-9DDB-DC6B5D0E11C1}"/>
              </a:ext>
            </a:extLst>
          </p:cNvPr>
          <p:cNvSpPr/>
          <p:nvPr/>
        </p:nvSpPr>
        <p:spPr>
          <a:xfrm>
            <a:off x="455487" y="14376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08850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53D7C62F-619F-D83A-6142-A1C025EB1A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C2D352-D728-BF75-080F-BD5BC23E6479}"/>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C582B58F-B0C2-43F5-8B18-A1019A6F128E}"/>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E470ADB-F42B-7B50-771C-8D7A675A2D2B}"/>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4F18920-5396-704B-24E2-F957790CE189}"/>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264CF80-D0D5-7561-F735-A072FE200438}"/>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1C3F7EAF-8715-3BFD-A560-CA6027CCB228}"/>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597DE0E1-48C8-0DF0-509B-396CBCE922BA}"/>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8DE26BF6-3E89-5CFD-E484-DCA45D2E7EC0}"/>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24BA8D78-CB8D-5540-7BFB-708E4F67AF92}"/>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17315704-BCDC-B503-7531-5A6FAEDF0EC4}"/>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DA0234DC-FD77-5D2D-4883-F1BF33283BC4}"/>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C9713009-B3CE-BFFF-5E6E-2A7B2851A18D}"/>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B65156FC-6863-0E5D-2D0D-023760939934}"/>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8090576C-C688-0B5A-A53B-48A1AE7B5926}"/>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BF545920-301F-3BDD-6270-1A6A98125542}"/>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1BD05D0-C266-5BFA-53CC-4F2FB6130A1C}"/>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1A8A9CB2-35E4-128A-C71F-FC2598E481BF}"/>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5" name="TextBox 4">
            <a:extLst>
              <a:ext uri="{FF2B5EF4-FFF2-40B4-BE49-F238E27FC236}">
                <a16:creationId xmlns:a16="http://schemas.microsoft.com/office/drawing/2014/main" id="{39D590EC-EE4F-39FC-A3A2-862AE32A16B4}"/>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79DE0675-D32D-3178-5430-6C294F128E7C}"/>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40835E4-3561-55C9-D5C7-88B40120625B}"/>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F03CB92-5335-F335-DA9B-48D3C39A3CDC}"/>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A1E3551-6B3A-6814-9AE5-DD3FBF11FA0B}"/>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770037B9-58DF-8001-9961-D5AD7FD3A370}"/>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28F228BB-15FE-5347-945F-7F1F02E620B7}"/>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FF468EAB-BD53-A2AD-5FA2-F06FCE349634}"/>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004D32FC-9A3C-0EA2-8B28-418CF1E5EA66}"/>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CAE40A2C-5D28-AA41-0599-012329493BEC}"/>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History</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7979CD27-320A-0503-618A-ABC1294426B6}"/>
              </a:ext>
            </a:extLst>
          </p:cNvPr>
          <p:cNvSpPr txBox="1"/>
          <p:nvPr/>
        </p:nvSpPr>
        <p:spPr>
          <a:xfrm>
            <a:off x="-10275" y="5003783"/>
            <a:ext cx="1361325"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0E6DB0E6-A33D-EC72-EC92-FDCF93ED76AF}"/>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9F091E07-C6FC-B413-3AC5-FFC7322F7221}"/>
              </a:ext>
            </a:extLst>
          </p:cNvPr>
          <p:cNvSpPr/>
          <p:nvPr/>
        </p:nvSpPr>
        <p:spPr>
          <a:xfrm>
            <a:off x="1418879" y="1687772"/>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53040F9B-370F-149F-445D-8AB0BD448776}"/>
              </a:ext>
            </a:extLst>
          </p:cNvPr>
          <p:cNvSpPr/>
          <p:nvPr/>
        </p:nvSpPr>
        <p:spPr>
          <a:xfrm>
            <a:off x="2545980" y="1752190"/>
            <a:ext cx="2296468" cy="4180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F0D8A4DD-6BDC-3CAF-ABB0-E7900A0958F1}"/>
              </a:ext>
            </a:extLst>
          </p:cNvPr>
          <p:cNvSpPr/>
          <p:nvPr/>
        </p:nvSpPr>
        <p:spPr>
          <a:xfrm rot="10800000">
            <a:off x="4460574" y="1854417"/>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87D74B39-1CC6-D13A-A840-C94F425C46A2}"/>
              </a:ext>
            </a:extLst>
          </p:cNvPr>
          <p:cNvSpPr txBox="1"/>
          <p:nvPr/>
        </p:nvSpPr>
        <p:spPr>
          <a:xfrm>
            <a:off x="4825324" y="2346522"/>
            <a:ext cx="5723668" cy="286232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 read the Screen Reader, say “Read the Screen”.</a:t>
            </a:r>
          </a:p>
          <a:p>
            <a:r>
              <a:rPr lang="en-US" dirty="0">
                <a:solidFill>
                  <a:schemeClr val="bg1"/>
                </a:solidFill>
                <a:latin typeface="Times New Roman" panose="02020603050405020304" pitchFamily="18" charset="0"/>
                <a:cs typeface="Times New Roman" panose="02020603050405020304" pitchFamily="18" charset="0"/>
              </a:rPr>
              <a:t>Choose the Course and Course teacher from the list given.</a:t>
            </a:r>
          </a:p>
          <a:p>
            <a:r>
              <a:rPr lang="en-US" dirty="0">
                <a:solidFill>
                  <a:schemeClr val="bg1"/>
                </a:solidFill>
                <a:latin typeface="Times New Roman" panose="02020603050405020304" pitchFamily="18" charset="0"/>
                <a:cs typeface="Times New Roman" panose="02020603050405020304" pitchFamily="18" charset="0"/>
              </a:rPr>
              <a:t>Record your query by saying ”Record”. </a:t>
            </a:r>
          </a:p>
          <a:p>
            <a:r>
              <a:rPr lang="en-US" dirty="0">
                <a:solidFill>
                  <a:schemeClr val="bg1"/>
                </a:solidFill>
                <a:latin typeface="Times New Roman" panose="02020603050405020304" pitchFamily="18" charset="0"/>
                <a:cs typeface="Times New Roman" panose="02020603050405020304" pitchFamily="18" charset="0"/>
              </a:rPr>
              <a:t>Pause it by saying “Pause”, if needed. </a:t>
            </a:r>
          </a:p>
          <a:p>
            <a:r>
              <a:rPr lang="en-US" dirty="0">
                <a:solidFill>
                  <a:schemeClr val="bg1"/>
                </a:solidFill>
                <a:latin typeface="Times New Roman" panose="02020603050405020304" pitchFamily="18" charset="0"/>
                <a:cs typeface="Times New Roman" panose="02020603050405020304" pitchFamily="18" charset="0"/>
              </a:rPr>
              <a:t>Once you complete recording say “Stop”.  </a:t>
            </a:r>
          </a:p>
          <a:p>
            <a:r>
              <a:rPr lang="en-US" dirty="0">
                <a:solidFill>
                  <a:schemeClr val="bg1"/>
                </a:solidFill>
                <a:latin typeface="Times New Roman" panose="02020603050405020304" pitchFamily="18" charset="0"/>
                <a:cs typeface="Times New Roman" panose="02020603050405020304" pitchFamily="18" charset="0"/>
              </a:rPr>
              <a:t>To check it, say “Play”.</a:t>
            </a:r>
          </a:p>
          <a:p>
            <a:r>
              <a:rPr lang="en-US" dirty="0">
                <a:solidFill>
                  <a:schemeClr val="bg1"/>
                </a:solidFill>
                <a:latin typeface="Times New Roman" panose="02020603050405020304" pitchFamily="18" charset="0"/>
                <a:cs typeface="Times New Roman" panose="02020603050405020304" pitchFamily="18" charset="0"/>
              </a:rPr>
              <a:t>To submit your final recording, say “submit”.</a:t>
            </a:r>
          </a:p>
          <a:p>
            <a:r>
              <a:rPr lang="en-US" dirty="0">
                <a:solidFill>
                  <a:schemeClr val="bg1"/>
                </a:solidFill>
                <a:latin typeface="Times New Roman" panose="02020603050405020304" pitchFamily="18" charset="0"/>
                <a:cs typeface="Times New Roman" panose="02020603050405020304" pitchFamily="18" charset="0"/>
              </a:rPr>
              <a:t>To listen to the answer, given by the teacher, say “Read Reply”</a:t>
            </a:r>
          </a:p>
          <a:p>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7A86D152-AF7A-74B8-C16F-564019467AD8}"/>
              </a:ext>
            </a:extLst>
          </p:cNvPr>
          <p:cNvSpPr/>
          <p:nvPr/>
        </p:nvSpPr>
        <p:spPr>
          <a:xfrm>
            <a:off x="5413489" y="1701300"/>
            <a:ext cx="1965041"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Course Teacher</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530AF191-D15B-2972-0851-6081E4D7A5E2}"/>
              </a:ext>
            </a:extLst>
          </p:cNvPr>
          <p:cNvSpPr/>
          <p:nvPr/>
        </p:nvSpPr>
        <p:spPr>
          <a:xfrm>
            <a:off x="7619119" y="1752190"/>
            <a:ext cx="2415977" cy="3407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3" name="Rectangle 52">
            <a:extLst>
              <a:ext uri="{FF2B5EF4-FFF2-40B4-BE49-F238E27FC236}">
                <a16:creationId xmlns:a16="http://schemas.microsoft.com/office/drawing/2014/main" id="{9B333764-27B3-BD9F-C734-A66E6B8EA91D}"/>
              </a:ext>
            </a:extLst>
          </p:cNvPr>
          <p:cNvSpPr/>
          <p:nvPr/>
        </p:nvSpPr>
        <p:spPr>
          <a:xfrm>
            <a:off x="1428256" y="2466421"/>
            <a:ext cx="1340777" cy="400110"/>
          </a:xfrm>
          <a:prstGeom prst="rect">
            <a:avLst/>
          </a:prstGeom>
          <a:noFill/>
          <a:ln>
            <a:solidFill>
              <a:schemeClr val="bg2"/>
            </a:solidFill>
          </a:ln>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Query 1</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22" name="Isosceles Triangle 21">
            <a:extLst>
              <a:ext uri="{FF2B5EF4-FFF2-40B4-BE49-F238E27FC236}">
                <a16:creationId xmlns:a16="http://schemas.microsoft.com/office/drawing/2014/main" id="{65723898-58F5-4706-3DEE-F3FDD63D16F2}"/>
              </a:ext>
            </a:extLst>
          </p:cNvPr>
          <p:cNvSpPr/>
          <p:nvPr/>
        </p:nvSpPr>
        <p:spPr>
          <a:xfrm rot="10800000">
            <a:off x="9694005" y="1819589"/>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9AEAD171-9B9B-4452-DF2B-49A175BAC510}"/>
              </a:ext>
            </a:extLst>
          </p:cNvPr>
          <p:cNvSpPr/>
          <p:nvPr/>
        </p:nvSpPr>
        <p:spPr>
          <a:xfrm>
            <a:off x="3741584" y="5020261"/>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6E8213CD-6092-AEB8-8031-38F0B8C194A8}"/>
              </a:ext>
            </a:extLst>
          </p:cNvPr>
          <p:cNvSpPr/>
          <p:nvPr/>
        </p:nvSpPr>
        <p:spPr>
          <a:xfrm>
            <a:off x="7615639" y="5026388"/>
            <a:ext cx="1671905"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0" name="Rectangle 49">
            <a:extLst>
              <a:ext uri="{FF2B5EF4-FFF2-40B4-BE49-F238E27FC236}">
                <a16:creationId xmlns:a16="http://schemas.microsoft.com/office/drawing/2014/main" id="{6BF512C5-03F6-92FF-3939-9918545291A1}"/>
              </a:ext>
            </a:extLst>
          </p:cNvPr>
          <p:cNvSpPr/>
          <p:nvPr/>
        </p:nvSpPr>
        <p:spPr>
          <a:xfrm>
            <a:off x="5678611" y="5003783"/>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Pause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2" name="Rectangle 51">
            <a:extLst>
              <a:ext uri="{FF2B5EF4-FFF2-40B4-BE49-F238E27FC236}">
                <a16:creationId xmlns:a16="http://schemas.microsoft.com/office/drawing/2014/main" id="{FFCA9E86-445E-22BF-08CD-B6D42D70AC33}"/>
              </a:ext>
            </a:extLst>
          </p:cNvPr>
          <p:cNvSpPr/>
          <p:nvPr/>
        </p:nvSpPr>
        <p:spPr>
          <a:xfrm>
            <a:off x="4699273" y="5718979"/>
            <a:ext cx="1671905"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D0A98351-7760-734C-73DA-D063AF7E6DF5}"/>
              </a:ext>
            </a:extLst>
          </p:cNvPr>
          <p:cNvSpPr/>
          <p:nvPr/>
        </p:nvSpPr>
        <p:spPr>
          <a:xfrm>
            <a:off x="6803659" y="5704670"/>
            <a:ext cx="1671905" cy="319585"/>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8" name="Rectangle 57">
            <a:extLst>
              <a:ext uri="{FF2B5EF4-FFF2-40B4-BE49-F238E27FC236}">
                <a16:creationId xmlns:a16="http://schemas.microsoft.com/office/drawing/2014/main" id="{7A818F2A-AB40-B430-6D17-5915FB3B501E}"/>
              </a:ext>
            </a:extLst>
          </p:cNvPr>
          <p:cNvSpPr/>
          <p:nvPr/>
        </p:nvSpPr>
        <p:spPr>
          <a:xfrm>
            <a:off x="2904458" y="2486460"/>
            <a:ext cx="1694500" cy="400110"/>
          </a:xfrm>
          <a:prstGeom prst="rect">
            <a:avLst/>
          </a:prstGeom>
          <a:noFill/>
          <a:ln>
            <a:solidFill>
              <a:schemeClr val="bg2"/>
            </a:solidFill>
          </a:ln>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Reply</a:t>
            </a:r>
            <a:endParaRPr lang="en-US" sz="2400" dirty="0">
              <a:ln/>
              <a:solidFill>
                <a:schemeClr val="bg1"/>
              </a:solidFill>
              <a:latin typeface="Times New Roman" panose="02020603050405020304" pitchFamily="18" charset="0"/>
              <a:cs typeface="Times New Roman" panose="02020603050405020304" pitchFamily="18" charset="0"/>
            </a:endParaRPr>
          </a:p>
        </p:txBody>
      </p:sp>
      <p:grpSp>
        <p:nvGrpSpPr>
          <p:cNvPr id="59" name="Group 58">
            <a:extLst>
              <a:ext uri="{FF2B5EF4-FFF2-40B4-BE49-F238E27FC236}">
                <a16:creationId xmlns:a16="http://schemas.microsoft.com/office/drawing/2014/main" id="{98455D99-A560-A9AF-89DD-B5A0B8237FFD}"/>
              </a:ext>
            </a:extLst>
          </p:cNvPr>
          <p:cNvGrpSpPr/>
          <p:nvPr/>
        </p:nvGrpSpPr>
        <p:grpSpPr>
          <a:xfrm>
            <a:off x="10685712" y="1251620"/>
            <a:ext cx="1477850" cy="3880703"/>
            <a:chOff x="10685711" y="1251620"/>
            <a:chExt cx="1506289" cy="3880703"/>
          </a:xfrm>
        </p:grpSpPr>
        <p:sp>
          <p:nvSpPr>
            <p:cNvPr id="60" name="Rectangle 59">
              <a:extLst>
                <a:ext uri="{FF2B5EF4-FFF2-40B4-BE49-F238E27FC236}">
                  <a16:creationId xmlns:a16="http://schemas.microsoft.com/office/drawing/2014/main" id="{EF5F398A-E62E-A8AB-A298-D49ABFDA34DA}"/>
                </a:ext>
              </a:extLst>
            </p:cNvPr>
            <p:cNvSpPr/>
            <p:nvPr/>
          </p:nvSpPr>
          <p:spPr>
            <a:xfrm>
              <a:off x="10685711" y="1251620"/>
              <a:ext cx="1506289" cy="3880703"/>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1" name="Group 60">
              <a:extLst>
                <a:ext uri="{FF2B5EF4-FFF2-40B4-BE49-F238E27FC236}">
                  <a16:creationId xmlns:a16="http://schemas.microsoft.com/office/drawing/2014/main" id="{8610C46B-BBDD-31F9-8BDD-99DAD8CF354A}"/>
                </a:ext>
              </a:extLst>
            </p:cNvPr>
            <p:cNvGrpSpPr/>
            <p:nvPr/>
          </p:nvGrpSpPr>
          <p:grpSpPr>
            <a:xfrm>
              <a:off x="10883795" y="1355041"/>
              <a:ext cx="1251032" cy="3299152"/>
              <a:chOff x="10902592" y="1319260"/>
              <a:chExt cx="1251032" cy="3355482"/>
            </a:xfrm>
          </p:grpSpPr>
          <p:sp>
            <p:nvSpPr>
              <p:cNvPr id="62" name="Rectangle 61">
                <a:extLst>
                  <a:ext uri="{FF2B5EF4-FFF2-40B4-BE49-F238E27FC236}">
                    <a16:creationId xmlns:a16="http://schemas.microsoft.com/office/drawing/2014/main" id="{1660406A-4354-6AC3-5562-B23E8A2A539E}"/>
                  </a:ext>
                </a:extLst>
              </p:cNvPr>
              <p:cNvSpPr/>
              <p:nvPr/>
            </p:nvSpPr>
            <p:spPr>
              <a:xfrm>
                <a:off x="10920758" y="3629597"/>
                <a:ext cx="1173943"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3" name="Rectangle 62">
                <a:extLst>
                  <a:ext uri="{FF2B5EF4-FFF2-40B4-BE49-F238E27FC236}">
                    <a16:creationId xmlns:a16="http://schemas.microsoft.com/office/drawing/2014/main" id="{E7725F8F-B4C2-37AC-651B-3C72C6752262}"/>
                  </a:ext>
                </a:extLst>
              </p:cNvPr>
              <p:cNvSpPr/>
              <p:nvPr/>
            </p:nvSpPr>
            <p:spPr>
              <a:xfrm>
                <a:off x="10920758" y="4326481"/>
                <a:ext cx="1232866" cy="348261"/>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4" name="Rectangle 63">
                <a:extLst>
                  <a:ext uri="{FF2B5EF4-FFF2-40B4-BE49-F238E27FC236}">
                    <a16:creationId xmlns:a16="http://schemas.microsoft.com/office/drawing/2014/main" id="{D9AE7ED6-E104-451B-CA66-980D154E3A82}"/>
                  </a:ext>
                </a:extLst>
              </p:cNvPr>
              <p:cNvSpPr/>
              <p:nvPr/>
            </p:nvSpPr>
            <p:spPr>
              <a:xfrm>
                <a:off x="10979682" y="2932714"/>
                <a:ext cx="1045846" cy="293842"/>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Stop</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C385BA4C-27BB-E858-B284-4D6E5715A659}"/>
                  </a:ext>
                </a:extLst>
              </p:cNvPr>
              <p:cNvSpPr/>
              <p:nvPr/>
            </p:nvSpPr>
            <p:spPr>
              <a:xfrm>
                <a:off x="10902592" y="2107127"/>
                <a:ext cx="1232866" cy="422546"/>
              </a:xfrm>
              <a:prstGeom prst="rect">
                <a:avLst/>
              </a:prstGeom>
              <a:solidFill>
                <a:schemeClr val="tx1">
                  <a:lumMod val="75000"/>
                  <a:lumOff val="25000"/>
                </a:schemeClr>
              </a:solidFill>
              <a:ln>
                <a:solidFill>
                  <a:schemeClr val="tx1">
                    <a:lumMod val="50000"/>
                    <a:lumOff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Record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F08A78BD-9A49-5D15-2AD9-F07BE147172A}"/>
                  </a:ext>
                </a:extLst>
              </p:cNvPr>
              <p:cNvSpPr txBox="1"/>
              <p:nvPr/>
            </p:nvSpPr>
            <p:spPr>
              <a:xfrm>
                <a:off x="10920758" y="1319260"/>
                <a:ext cx="1153756" cy="646331"/>
              </a:xfrm>
              <a:prstGeom prst="rect">
                <a:avLst/>
              </a:prstGeom>
              <a:noFill/>
              <a:ln>
                <a:solidFill>
                  <a:schemeClr val="tx1">
                    <a:lumMod val="50000"/>
                    <a:lumOff val="50000"/>
                  </a:schemeClr>
                </a:solidFill>
              </a:ln>
            </p:spPr>
            <p:txBody>
              <a:bodyPr wrap="square" rtlCol="0">
                <a:spAutoFit/>
              </a:bodyPr>
              <a:lstStyle/>
              <a:p>
                <a:r>
                  <a:rPr lang="en-US" dirty="0">
                    <a:latin typeface="Times New Roman" panose="02020603050405020304" pitchFamily="18" charset="0"/>
                    <a:cs typeface="Times New Roman" panose="02020603050405020304" pitchFamily="18" charset="0"/>
                  </a:rPr>
                  <a:t>Response Bar</a:t>
                </a:r>
                <a:endParaRPr lang="en-IN" dirty="0">
                  <a:latin typeface="Times New Roman" panose="02020603050405020304" pitchFamily="18" charset="0"/>
                  <a:cs typeface="Times New Roman" panose="02020603050405020304" pitchFamily="18" charset="0"/>
                </a:endParaRPr>
              </a:p>
            </p:txBody>
          </p:sp>
        </p:grpSp>
      </p:grpSp>
      <p:pic>
        <p:nvPicPr>
          <p:cNvPr id="11" name="Picture 10">
            <a:extLst>
              <a:ext uri="{FF2B5EF4-FFF2-40B4-BE49-F238E27FC236}">
                <a16:creationId xmlns:a16="http://schemas.microsoft.com/office/drawing/2014/main" id="{AE7190FD-65EA-364F-9E82-E2C31EC36DBE}"/>
              </a:ext>
            </a:extLst>
          </p:cNvPr>
          <p:cNvPicPr>
            <a:picLocks noChangeAspect="1"/>
          </p:cNvPicPr>
          <p:nvPr/>
        </p:nvPicPr>
        <p:blipFill>
          <a:blip r:embed="rId26"/>
          <a:stretch>
            <a:fillRect/>
          </a:stretch>
        </p:blipFill>
        <p:spPr>
          <a:xfrm>
            <a:off x="4115948" y="230811"/>
            <a:ext cx="979796" cy="994530"/>
          </a:xfrm>
          <a:prstGeom prst="rect">
            <a:avLst/>
          </a:prstGeom>
        </p:spPr>
      </p:pic>
      <p:sp>
        <p:nvSpPr>
          <p:cNvPr id="14" name="TextBox 13">
            <a:extLst>
              <a:ext uri="{FF2B5EF4-FFF2-40B4-BE49-F238E27FC236}">
                <a16:creationId xmlns:a16="http://schemas.microsoft.com/office/drawing/2014/main" id="{5C6EF721-28C3-CD4A-841F-137AB755B733}"/>
              </a:ext>
            </a:extLst>
          </p:cNvPr>
          <p:cNvSpPr txBox="1"/>
          <p:nvPr/>
        </p:nvSpPr>
        <p:spPr>
          <a:xfrm>
            <a:off x="-1" y="553498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7"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31724FDC-82CC-AD66-51E5-9E1363ECBD8E}"/>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8315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8274B35C-2906-A250-6EF1-14380BE1BEC9}"/>
            </a:ext>
          </a:extLst>
        </p:cNvPr>
        <p:cNvGrpSpPr/>
        <p:nvPr/>
      </p:nvGrpSpPr>
      <p:grpSpPr>
        <a:xfrm>
          <a:off x="0" y="0"/>
          <a:ext cx="0" cy="0"/>
          <a:chOff x="0" y="0"/>
          <a:chExt cx="0" cy="0"/>
        </a:xfrm>
      </p:grpSpPr>
      <p:sp>
        <p:nvSpPr>
          <p:cNvPr id="62" name="Rectangle 61">
            <a:extLst>
              <a:ext uri="{FF2B5EF4-FFF2-40B4-BE49-F238E27FC236}">
                <a16:creationId xmlns:a16="http://schemas.microsoft.com/office/drawing/2014/main" id="{1D7B7380-E74D-3665-19B0-F115E9E0F0BB}"/>
              </a:ext>
            </a:extLst>
          </p:cNvPr>
          <p:cNvSpPr/>
          <p:nvPr/>
        </p:nvSpPr>
        <p:spPr>
          <a:xfrm>
            <a:off x="10755728" y="2804404"/>
            <a:ext cx="959719" cy="400110"/>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endParaRPr lang="en-IN"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7EE23C4-C255-1361-58BE-6D3C0120F62B}"/>
              </a:ext>
            </a:extLst>
          </p:cNvPr>
          <p:cNvSpPr txBox="1"/>
          <p:nvPr/>
        </p:nvSpPr>
        <p:spPr>
          <a:xfrm>
            <a:off x="20009" y="167749"/>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A6594186-710D-B54E-3D9A-FA594E42FB5D}"/>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5E03092-0105-3273-B1F6-340DBB1B334B}"/>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FA42E1C-CE09-1984-3F8F-CCEAE776CCFB}"/>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B56909E-45E5-B677-5DD7-148D9FEB9BF1}"/>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B4ACFE98-9137-18C5-6352-07E3AE846BD0}"/>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619740C1-9D6E-EFA5-622A-9982F35DE151}"/>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48806F4E-59FE-68F0-3CF3-926B0EC4AC0A}"/>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FD9E5ECD-19E1-033A-CC51-3D52B999C5E3}"/>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BCEF4C5F-E38A-15BC-54D7-1F4FDD77CBEE}"/>
              </a:ext>
            </a:extLst>
          </p:cNvPr>
          <p:cNvSpPr/>
          <p:nvPr/>
        </p:nvSpPr>
        <p:spPr>
          <a:xfrm>
            <a:off x="510035" y="246136"/>
            <a:ext cx="4739629"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3B0C2EDD-1DBC-7523-A393-2E1B961B5F09}"/>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6B244037-0F81-6E92-4DA9-5EB0BBA75935}"/>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AFCFBA9F-B966-1EC6-C394-7A5DF3783E35}"/>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353E148B-688D-25BC-A02F-CDA7DAB50DE6}"/>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2922CE91-BE60-D1B2-CBF6-F2F037F106D8}"/>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93C6C09-E994-63AD-BCEB-06C68FAD043A}"/>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CB879F6E-8674-B593-4E3A-3B152554CCFE}"/>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5" name="TextBox 4">
            <a:extLst>
              <a:ext uri="{FF2B5EF4-FFF2-40B4-BE49-F238E27FC236}">
                <a16:creationId xmlns:a16="http://schemas.microsoft.com/office/drawing/2014/main" id="{9D7FD367-3C4B-3399-F751-B2B5001B1185}"/>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6C44820C-6B29-73A1-408E-DF9E368FEDFB}"/>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5424E2F-5B87-7042-F8C7-90AAE55EF084}"/>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FF701E1-BC24-E976-AD1C-20A1EC15BFFB}"/>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0E6644E-EA33-9A92-0A81-D31AA4118624}"/>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1B59A960-3918-3495-C00E-73C12DC37C43}"/>
              </a:ext>
            </a:extLst>
          </p:cNvPr>
          <p:cNvSpPr/>
          <p:nvPr/>
        </p:nvSpPr>
        <p:spPr>
          <a:xfrm>
            <a:off x="143838" y="1387011"/>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FBDC21C7-2B72-2BD5-5F90-E7C3FF647F09}"/>
              </a:ext>
            </a:extLst>
          </p:cNvPr>
          <p:cNvSpPr txBox="1"/>
          <p:nvPr/>
        </p:nvSpPr>
        <p:spPr>
          <a:xfrm>
            <a:off x="10273" y="3004459"/>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58522EEB-2FF6-AF35-243A-A02B569D1556}"/>
              </a:ext>
            </a:extLst>
          </p:cNvPr>
          <p:cNvSpPr txBox="1"/>
          <p:nvPr/>
        </p:nvSpPr>
        <p:spPr>
          <a:xfrm>
            <a:off x="-12843" y="3969183"/>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B8618E4-2ED6-7E23-461E-59ABE7F5AA26}"/>
              </a:ext>
            </a:extLst>
          </p:cNvPr>
          <p:cNvSpPr txBox="1"/>
          <p:nvPr/>
        </p:nvSpPr>
        <p:spPr>
          <a:xfrm>
            <a:off x="10273" y="449194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119EBA53-31E5-AA91-CFFD-0840BCD78813}"/>
              </a:ext>
            </a:extLst>
          </p:cNvPr>
          <p:cNvSpPr txBox="1"/>
          <p:nvPr/>
        </p:nvSpPr>
        <p:spPr>
          <a:xfrm>
            <a:off x="10273" y="493390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5B82A45D-0352-321C-5871-B9E4909BCBEB}"/>
              </a:ext>
            </a:extLst>
          </p:cNvPr>
          <p:cNvSpPr txBox="1"/>
          <p:nvPr/>
        </p:nvSpPr>
        <p:spPr>
          <a:xfrm>
            <a:off x="10273" y="5408222"/>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616476BA-6D2E-B16B-4700-2E388A607FE2}"/>
              </a:ext>
            </a:extLst>
          </p:cNvPr>
          <p:cNvSpPr txBox="1"/>
          <p:nvPr/>
        </p:nvSpPr>
        <p:spPr>
          <a:xfrm>
            <a:off x="-12843" y="3495536"/>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1318D3D-4856-FC5C-4B18-A408B2A8CDDA}"/>
              </a:ext>
            </a:extLst>
          </p:cNvPr>
          <p:cNvSpPr txBox="1"/>
          <p:nvPr/>
        </p:nvSpPr>
        <p:spPr>
          <a:xfrm>
            <a:off x="7615676" y="1468871"/>
            <a:ext cx="2457760" cy="400110"/>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Students Enrolled</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F57CE0D7-52FE-820D-AB64-F7E1C9CF1251}"/>
              </a:ext>
            </a:extLst>
          </p:cNvPr>
          <p:cNvSpPr txBox="1"/>
          <p:nvPr/>
        </p:nvSpPr>
        <p:spPr>
          <a:xfrm>
            <a:off x="2841317" y="1468871"/>
            <a:ext cx="33060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Student Enrollment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DE7A9BB3-C6C0-0436-D9A6-1C635A168252}"/>
              </a:ext>
            </a:extLst>
          </p:cNvPr>
          <p:cNvSpPr txBox="1"/>
          <p:nvPr/>
        </p:nvSpPr>
        <p:spPr>
          <a:xfrm>
            <a:off x="-12859" y="2496747"/>
            <a:ext cx="1194386" cy="369332"/>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Students</a:t>
            </a:r>
            <a:endParaRPr lang="en-IN" b="1" dirty="0">
              <a:latin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45E4BFA9-540D-2943-420E-A4D9C9B1CAA1}"/>
              </a:ext>
            </a:extLst>
          </p:cNvPr>
          <p:cNvGrpSpPr/>
          <p:nvPr/>
        </p:nvGrpSpPr>
        <p:grpSpPr>
          <a:xfrm>
            <a:off x="1482130" y="1954775"/>
            <a:ext cx="10843148" cy="2968459"/>
            <a:chOff x="2078855" y="2963652"/>
            <a:chExt cx="10214381" cy="2761950"/>
          </a:xfrm>
        </p:grpSpPr>
        <p:grpSp>
          <p:nvGrpSpPr>
            <p:cNvPr id="29" name="Group 28">
              <a:extLst>
                <a:ext uri="{FF2B5EF4-FFF2-40B4-BE49-F238E27FC236}">
                  <a16:creationId xmlns:a16="http://schemas.microsoft.com/office/drawing/2014/main" id="{5B3FEDDF-2E98-DE4C-1AF5-6118667E3EA9}"/>
                </a:ext>
              </a:extLst>
            </p:cNvPr>
            <p:cNvGrpSpPr/>
            <p:nvPr/>
          </p:nvGrpSpPr>
          <p:grpSpPr>
            <a:xfrm>
              <a:off x="2078855" y="2963652"/>
              <a:ext cx="10214381" cy="2761950"/>
              <a:chOff x="1287737" y="1422762"/>
              <a:chExt cx="10214381" cy="2761950"/>
            </a:xfrm>
          </p:grpSpPr>
          <p:sp>
            <p:nvSpPr>
              <p:cNvPr id="43" name="TextBox 42">
                <a:extLst>
                  <a:ext uri="{FF2B5EF4-FFF2-40B4-BE49-F238E27FC236}">
                    <a16:creationId xmlns:a16="http://schemas.microsoft.com/office/drawing/2014/main" id="{E5064130-281B-E2F5-0116-14D61D84E3BC}"/>
                  </a:ext>
                </a:extLst>
              </p:cNvPr>
              <p:cNvSpPr txBox="1"/>
              <p:nvPr/>
            </p:nvSpPr>
            <p:spPr>
              <a:xfrm>
                <a:off x="1287737" y="1422762"/>
                <a:ext cx="4365172" cy="2761950"/>
              </a:xfrm>
              <a:prstGeom prst="rect">
                <a:avLst/>
              </a:prstGeom>
              <a:solidFill>
                <a:schemeClr val="bg1">
                  <a:lumMod val="50000"/>
                </a:schemeClr>
              </a:solidFill>
            </p:spPr>
            <p:txBody>
              <a:bodyPr wrap="square" rtlCol="0">
                <a:spAutoFit/>
              </a:bodyPr>
              <a:lstStyle/>
              <a:p>
                <a:endParaRPr lang="en-IN" dirty="0"/>
              </a:p>
            </p:txBody>
          </p:sp>
          <p:sp>
            <p:nvSpPr>
              <p:cNvPr id="44" name="TextBox 43">
                <a:extLst>
                  <a:ext uri="{FF2B5EF4-FFF2-40B4-BE49-F238E27FC236}">
                    <a16:creationId xmlns:a16="http://schemas.microsoft.com/office/drawing/2014/main" id="{2214FDAB-E7FA-D389-A9E3-97398B1A803A}"/>
                  </a:ext>
                </a:extLst>
              </p:cNvPr>
              <p:cNvSpPr txBox="1"/>
              <p:nvPr/>
            </p:nvSpPr>
            <p:spPr>
              <a:xfrm>
                <a:off x="1543645" y="2473672"/>
                <a:ext cx="1585286" cy="343638"/>
              </a:xfrm>
              <a:prstGeom prst="rect">
                <a:avLst/>
              </a:prstGeom>
              <a:noFill/>
            </p:spPr>
            <p:txBody>
              <a:bodyPr wrap="square" rtlCol="0">
                <a:spAutoFit/>
              </a:bodyPr>
              <a:lstStyle/>
              <a:p>
                <a:r>
                  <a:rPr lang="en-US" sz="1800" dirty="0">
                    <a:ln/>
                    <a:latin typeface="Times New Roman" panose="02020603050405020304" pitchFamily="18" charset="0"/>
                    <a:cs typeface="Times New Roman" panose="02020603050405020304" pitchFamily="18" charset="0"/>
                  </a:rPr>
                  <a:t> Student Name</a:t>
                </a:r>
                <a:endParaRPr lang="en-IN" dirty="0">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D8268901-BD68-4B16-2E41-B919DB749E8A}"/>
                  </a:ext>
                </a:extLst>
              </p:cNvPr>
              <p:cNvSpPr/>
              <p:nvPr/>
            </p:nvSpPr>
            <p:spPr>
              <a:xfrm>
                <a:off x="1435776" y="1942578"/>
                <a:ext cx="1083045" cy="42242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latin typeface="Times New Roman" panose="02020603050405020304" pitchFamily="18" charset="0"/>
                    <a:cs typeface="Times New Roman" panose="02020603050405020304" pitchFamily="18" charset="0"/>
                  </a:rPr>
                  <a:t>Course</a:t>
                </a:r>
                <a:endParaRPr lang="en-US" sz="2400" dirty="0">
                  <a:ln/>
                  <a:latin typeface="Times New Roman" panose="02020603050405020304" pitchFamily="18" charset="0"/>
                  <a:cs typeface="Times New Roman" panose="02020603050405020304" pitchFamily="18" charset="0"/>
                </a:endParaRPr>
              </a:p>
            </p:txBody>
          </p:sp>
          <p:sp>
            <p:nvSpPr>
              <p:cNvPr id="46" name="Rectangle 45">
                <a:extLst>
                  <a:ext uri="{FF2B5EF4-FFF2-40B4-BE49-F238E27FC236}">
                    <a16:creationId xmlns:a16="http://schemas.microsoft.com/office/drawing/2014/main" id="{7CD09C76-76F5-1B08-6FE4-3BAE4DE450F0}"/>
                  </a:ext>
                </a:extLst>
              </p:cNvPr>
              <p:cNvSpPr/>
              <p:nvPr/>
            </p:nvSpPr>
            <p:spPr>
              <a:xfrm>
                <a:off x="3255135" y="1582284"/>
                <a:ext cx="1999962" cy="2831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7" name="Rectangle 46">
                <a:extLst>
                  <a:ext uri="{FF2B5EF4-FFF2-40B4-BE49-F238E27FC236}">
                    <a16:creationId xmlns:a16="http://schemas.microsoft.com/office/drawing/2014/main" id="{82486935-AD93-EB28-CA4E-DBC31B86A84D}"/>
                  </a:ext>
                </a:extLst>
              </p:cNvPr>
              <p:cNvSpPr/>
              <p:nvPr/>
            </p:nvSpPr>
            <p:spPr>
              <a:xfrm>
                <a:off x="1469701" y="1520150"/>
                <a:ext cx="866587" cy="42242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latin typeface="Times New Roman" panose="02020603050405020304" pitchFamily="18" charset="0"/>
                    <a:cs typeface="Times New Roman" panose="02020603050405020304" pitchFamily="18" charset="0"/>
                  </a:rPr>
                  <a:t>Class</a:t>
                </a:r>
                <a:endParaRPr lang="en-US" sz="2400" dirty="0">
                  <a:ln/>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B15E0F74-B3AC-4A01-C994-D98F6F65DA08}"/>
                  </a:ext>
                </a:extLst>
              </p:cNvPr>
              <p:cNvSpPr/>
              <p:nvPr/>
            </p:nvSpPr>
            <p:spPr>
              <a:xfrm>
                <a:off x="3255135" y="2036211"/>
                <a:ext cx="2084014" cy="3336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9" name="Rectangle 48">
                <a:extLst>
                  <a:ext uri="{FF2B5EF4-FFF2-40B4-BE49-F238E27FC236}">
                    <a16:creationId xmlns:a16="http://schemas.microsoft.com/office/drawing/2014/main" id="{FEA35724-3773-F9AF-D863-6C6448370713}"/>
                  </a:ext>
                </a:extLst>
              </p:cNvPr>
              <p:cNvSpPr/>
              <p:nvPr/>
            </p:nvSpPr>
            <p:spPr>
              <a:xfrm>
                <a:off x="3265370" y="2550581"/>
                <a:ext cx="2024276" cy="2983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0" name="Isosceles Triangle 49">
                <a:extLst>
                  <a:ext uri="{FF2B5EF4-FFF2-40B4-BE49-F238E27FC236}">
                    <a16:creationId xmlns:a16="http://schemas.microsoft.com/office/drawing/2014/main" id="{CFB43E09-CCC3-B617-DB09-1EE4DD10CB93}"/>
                  </a:ext>
                </a:extLst>
              </p:cNvPr>
              <p:cNvSpPr/>
              <p:nvPr/>
            </p:nvSpPr>
            <p:spPr>
              <a:xfrm rot="10800000">
                <a:off x="5006288" y="1636696"/>
                <a:ext cx="242077" cy="189335"/>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51" name="Isosceles Triangle 50">
                <a:extLst>
                  <a:ext uri="{FF2B5EF4-FFF2-40B4-BE49-F238E27FC236}">
                    <a16:creationId xmlns:a16="http://schemas.microsoft.com/office/drawing/2014/main" id="{8D276F8A-BF2D-4717-3110-E9F2646DC3FF}"/>
                  </a:ext>
                </a:extLst>
              </p:cNvPr>
              <p:cNvSpPr/>
              <p:nvPr/>
            </p:nvSpPr>
            <p:spPr>
              <a:xfrm rot="10800000">
                <a:off x="5007549" y="2575194"/>
                <a:ext cx="198030" cy="233751"/>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2" name="Rectangle 51">
                <a:extLst>
                  <a:ext uri="{FF2B5EF4-FFF2-40B4-BE49-F238E27FC236}">
                    <a16:creationId xmlns:a16="http://schemas.microsoft.com/office/drawing/2014/main" id="{B90AE5AB-BE57-746E-8908-2826654C2C48}"/>
                  </a:ext>
                </a:extLst>
              </p:cNvPr>
              <p:cNvSpPr/>
              <p:nvPr/>
            </p:nvSpPr>
            <p:spPr>
              <a:xfrm>
                <a:off x="1655790" y="3620152"/>
                <a:ext cx="1360995" cy="341187"/>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55" name="Graphic 54" descr="Download">
                <a:extLst>
                  <a:ext uri="{FF2B5EF4-FFF2-40B4-BE49-F238E27FC236}">
                    <a16:creationId xmlns:a16="http://schemas.microsoft.com/office/drawing/2014/main" id="{DEB74DD3-72D3-2F46-9363-C14D60874C91}"/>
                  </a:ext>
                </a:extLst>
              </p:cNvPr>
              <p:cNvPicPr>
                <a:picLocks noChangeAspect="1"/>
              </p:cNvPicPr>
              <p:nvPr/>
            </p:nvPicPr>
            <p:blipFill>
              <a:blip r:embed="rId25">
                <a:extLst>
                  <a:ext uri="{96DAC541-7B7A-43D3-8B79-37D633B846F1}">
                    <asvg:svgBlip xmlns:asvg="http://schemas.microsoft.com/office/drawing/2016/SVG/main" xmlns="" r:embed="rId26"/>
                  </a:ext>
                </a:extLst>
              </a:blip>
              <a:stretch>
                <a:fillRect/>
              </a:stretch>
            </p:blipFill>
            <p:spPr>
              <a:xfrm>
                <a:off x="11044919" y="2016472"/>
                <a:ext cx="457199" cy="457200"/>
              </a:xfrm>
              <a:prstGeom prst="rect">
                <a:avLst/>
              </a:prstGeom>
            </p:spPr>
          </p:pic>
        </p:grpSp>
        <p:sp>
          <p:nvSpPr>
            <p:cNvPr id="42" name="Isosceles Triangle 41">
              <a:extLst>
                <a:ext uri="{FF2B5EF4-FFF2-40B4-BE49-F238E27FC236}">
                  <a16:creationId xmlns:a16="http://schemas.microsoft.com/office/drawing/2014/main" id="{9462AAE8-2CE2-BB1A-8C0F-D58BA605BB6A}"/>
                </a:ext>
              </a:extLst>
            </p:cNvPr>
            <p:cNvSpPr/>
            <p:nvPr/>
          </p:nvSpPr>
          <p:spPr>
            <a:xfrm rot="10800000">
              <a:off x="6130267" y="4516134"/>
              <a:ext cx="231401" cy="254274"/>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grpSp>
      <p:sp>
        <p:nvSpPr>
          <p:cNvPr id="27" name="Rectangle 26">
            <a:extLst>
              <a:ext uri="{FF2B5EF4-FFF2-40B4-BE49-F238E27FC236}">
                <a16:creationId xmlns:a16="http://schemas.microsoft.com/office/drawing/2014/main" id="{B3BAC0FC-DE95-1EE6-416F-4A43787D70FC}"/>
              </a:ext>
            </a:extLst>
          </p:cNvPr>
          <p:cNvSpPr/>
          <p:nvPr/>
        </p:nvSpPr>
        <p:spPr>
          <a:xfrm>
            <a:off x="4370250" y="4264630"/>
            <a:ext cx="1412684" cy="38802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Delete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4F3B18FC-ACD1-B6D4-76DF-66541EAF0411}"/>
              </a:ext>
            </a:extLst>
          </p:cNvPr>
          <p:cNvSpPr txBox="1"/>
          <p:nvPr/>
        </p:nvSpPr>
        <p:spPr>
          <a:xfrm>
            <a:off x="1852536" y="3571656"/>
            <a:ext cx="1587599" cy="369332"/>
          </a:xfrm>
          <a:prstGeom prst="rect">
            <a:avLst/>
          </a:prstGeom>
          <a:noFill/>
        </p:spPr>
        <p:txBody>
          <a:bodyPr wrap="square" rtlCol="0">
            <a:spAutoFit/>
          </a:bodyPr>
          <a:lstStyle/>
          <a:p>
            <a:r>
              <a:rPr lang="en-US" sz="1800" dirty="0">
                <a:ln/>
                <a:latin typeface="Times New Roman" panose="02020603050405020304" pitchFamily="18" charset="0"/>
                <a:cs typeface="Times New Roman" panose="02020603050405020304" pitchFamily="18" charset="0"/>
              </a:rPr>
              <a:t>Register No.</a:t>
            </a:r>
            <a:endParaRPr lang="en-IN"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EB8961BB-3674-93A3-A67A-0CA5F07761C8}"/>
              </a:ext>
            </a:extLst>
          </p:cNvPr>
          <p:cNvSpPr txBox="1"/>
          <p:nvPr/>
        </p:nvSpPr>
        <p:spPr>
          <a:xfrm>
            <a:off x="-12859" y="5857354"/>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Archives</a:t>
            </a:r>
            <a:endParaRPr lang="en-IN" b="1" dirty="0">
              <a:latin typeface="Times New Roman" panose="02020603050405020304" pitchFamily="18" charset="0"/>
              <a:cs typeface="Times New Roman" panose="02020603050405020304" pitchFamily="18" charset="0"/>
            </a:endParaRPr>
          </a:p>
        </p:txBody>
      </p:sp>
      <p:sp>
        <p:nvSpPr>
          <p:cNvPr id="58" name="Rectangle 57">
            <a:extLst>
              <a:ext uri="{FF2B5EF4-FFF2-40B4-BE49-F238E27FC236}">
                <a16:creationId xmlns:a16="http://schemas.microsoft.com/office/drawing/2014/main" id="{73634836-553C-343F-75BE-E54019537515}"/>
              </a:ext>
            </a:extLst>
          </p:cNvPr>
          <p:cNvSpPr/>
          <p:nvPr/>
        </p:nvSpPr>
        <p:spPr>
          <a:xfrm>
            <a:off x="3616920" y="3612029"/>
            <a:ext cx="2086314" cy="3866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9" name="Isosceles Triangle 58">
            <a:extLst>
              <a:ext uri="{FF2B5EF4-FFF2-40B4-BE49-F238E27FC236}">
                <a16:creationId xmlns:a16="http://schemas.microsoft.com/office/drawing/2014/main" id="{25FF5A59-DDB4-8B79-A9FA-464537D0F989}"/>
              </a:ext>
            </a:extLst>
          </p:cNvPr>
          <p:cNvSpPr/>
          <p:nvPr/>
        </p:nvSpPr>
        <p:spPr>
          <a:xfrm rot="10800000">
            <a:off x="5475590" y="2762841"/>
            <a:ext cx="192242" cy="190913"/>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aphicFrame>
        <p:nvGraphicFramePr>
          <p:cNvPr id="11" name="Table 10">
            <a:extLst>
              <a:ext uri="{FF2B5EF4-FFF2-40B4-BE49-F238E27FC236}">
                <a16:creationId xmlns:a16="http://schemas.microsoft.com/office/drawing/2014/main" id="{11EBE71A-4E5E-F9B4-E45D-12BA531AB2AF}"/>
              </a:ext>
            </a:extLst>
          </p:cNvPr>
          <p:cNvGraphicFramePr>
            <a:graphicFrameLocks noGrp="1"/>
          </p:cNvGraphicFramePr>
          <p:nvPr>
            <p:extLst>
              <p:ext uri="{D42A27DB-BD31-4B8C-83A1-F6EECF244321}">
                <p14:modId xmlns:p14="http://schemas.microsoft.com/office/powerpoint/2010/main" val="181398111"/>
              </p:ext>
            </p:extLst>
          </p:nvPr>
        </p:nvGraphicFramePr>
        <p:xfrm>
          <a:off x="6185034" y="1993029"/>
          <a:ext cx="5737110" cy="2939823"/>
        </p:xfrm>
        <a:graphic>
          <a:graphicData uri="http://schemas.openxmlformats.org/drawingml/2006/table">
            <a:tbl>
              <a:tblPr firstRow="1" bandRow="1">
                <a:tableStyleId>{073A0DAA-6AF3-43AB-8588-CEC1D06C72B9}</a:tableStyleId>
              </a:tblPr>
              <a:tblGrid>
                <a:gridCol w="751836">
                  <a:extLst>
                    <a:ext uri="{9D8B030D-6E8A-4147-A177-3AD203B41FA5}">
                      <a16:colId xmlns:a16="http://schemas.microsoft.com/office/drawing/2014/main" val="515747987"/>
                    </a:ext>
                  </a:extLst>
                </a:gridCol>
                <a:gridCol w="1128343">
                  <a:extLst>
                    <a:ext uri="{9D8B030D-6E8A-4147-A177-3AD203B41FA5}">
                      <a16:colId xmlns:a16="http://schemas.microsoft.com/office/drawing/2014/main" val="4126349281"/>
                    </a:ext>
                  </a:extLst>
                </a:gridCol>
                <a:gridCol w="996594">
                  <a:extLst>
                    <a:ext uri="{9D8B030D-6E8A-4147-A177-3AD203B41FA5}">
                      <a16:colId xmlns:a16="http://schemas.microsoft.com/office/drawing/2014/main" val="2452236227"/>
                    </a:ext>
                  </a:extLst>
                </a:gridCol>
                <a:gridCol w="947967">
                  <a:extLst>
                    <a:ext uri="{9D8B030D-6E8A-4147-A177-3AD203B41FA5}">
                      <a16:colId xmlns:a16="http://schemas.microsoft.com/office/drawing/2014/main" val="3541779766"/>
                    </a:ext>
                  </a:extLst>
                </a:gridCol>
                <a:gridCol w="956185">
                  <a:extLst>
                    <a:ext uri="{9D8B030D-6E8A-4147-A177-3AD203B41FA5}">
                      <a16:colId xmlns:a16="http://schemas.microsoft.com/office/drawing/2014/main" val="2513674609"/>
                    </a:ext>
                  </a:extLst>
                </a:gridCol>
                <a:gridCol w="956185">
                  <a:extLst>
                    <a:ext uri="{9D8B030D-6E8A-4147-A177-3AD203B41FA5}">
                      <a16:colId xmlns:a16="http://schemas.microsoft.com/office/drawing/2014/main" val="703011115"/>
                    </a:ext>
                  </a:extLst>
                </a:gridCol>
              </a:tblGrid>
              <a:tr h="461781">
                <a:tc>
                  <a:txBody>
                    <a:bodyPr/>
                    <a:lstStyle/>
                    <a:p>
                      <a:r>
                        <a:rPr lang="en-US" dirty="0" err="1"/>
                        <a:t>S.No</a:t>
                      </a:r>
                      <a:r>
                        <a:rPr lang="en-US" dirty="0"/>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Register 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Name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Class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Course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Profile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6071904"/>
                  </a:ext>
                </a:extLst>
              </a:tr>
              <a:tr h="461781">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err="1">
                          <a:latin typeface="Times New Roman" panose="02020603050405020304" pitchFamily="18" charset="0"/>
                          <a:cs typeface="Times New Roman" panose="02020603050405020304" pitchFamily="18" charset="0"/>
                        </a:rPr>
                        <a:t>Harini.R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II B.A. English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Indian Writing English</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356984"/>
                  </a:ext>
                </a:extLst>
              </a:tr>
              <a:tr h="461781">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8459302"/>
                  </a:ext>
                </a:extLst>
              </a:tr>
              <a:tr h="461781">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141879178"/>
                  </a:ext>
                </a:extLst>
              </a:tr>
              <a:tr h="461781">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80810190"/>
                  </a:ext>
                </a:extLst>
              </a:tr>
            </a:tbl>
          </a:graphicData>
        </a:graphic>
      </p:graphicFrame>
      <p:pic>
        <p:nvPicPr>
          <p:cNvPr id="66" name="Picture 65">
            <a:extLst>
              <a:ext uri="{FF2B5EF4-FFF2-40B4-BE49-F238E27FC236}">
                <a16:creationId xmlns:a16="http://schemas.microsoft.com/office/drawing/2014/main" id="{7C572AED-B007-C375-F35F-220A33A62F6F}"/>
              </a:ext>
            </a:extLst>
          </p:cNvPr>
          <p:cNvPicPr>
            <a:picLocks noChangeAspect="1"/>
          </p:cNvPicPr>
          <p:nvPr/>
        </p:nvPicPr>
        <p:blipFill>
          <a:blip r:embed="rId27"/>
          <a:stretch>
            <a:fillRect/>
          </a:stretch>
        </p:blipFill>
        <p:spPr>
          <a:xfrm>
            <a:off x="4741131" y="294560"/>
            <a:ext cx="909652" cy="923331"/>
          </a:xfrm>
          <a:prstGeom prst="rect">
            <a:avLst/>
          </a:prstGeom>
        </p:spPr>
      </p:pic>
      <p:sp>
        <p:nvSpPr>
          <p:cNvPr id="68" name="TextBox 67">
            <a:extLst>
              <a:ext uri="{FF2B5EF4-FFF2-40B4-BE49-F238E27FC236}">
                <a16:creationId xmlns:a16="http://schemas.microsoft.com/office/drawing/2014/main" id="{6462E407-917B-CD57-90D0-6851FACFE1D4}"/>
              </a:ext>
            </a:extLst>
          </p:cNvPr>
          <p:cNvSpPr txBox="1"/>
          <p:nvPr/>
        </p:nvSpPr>
        <p:spPr>
          <a:xfrm>
            <a:off x="11108937" y="283097"/>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477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66E5D08-46D3-0B06-11EF-1D00B42BB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E700C-395A-D754-978A-1021AE6EFA2E}"/>
              </a:ext>
            </a:extLst>
          </p:cNvPr>
          <p:cNvSpPr>
            <a:spLocks noGrp="1"/>
          </p:cNvSpPr>
          <p:nvPr>
            <p:ph type="title"/>
          </p:nvPr>
        </p:nvSpPr>
        <p:spPr>
          <a:xfrm>
            <a:off x="838200" y="365125"/>
            <a:ext cx="10515600" cy="652017"/>
          </a:xfrm>
        </p:spPr>
        <p:txBody>
          <a:bodyPr>
            <a:normAutofit/>
          </a:bodyPr>
          <a:lstStyle/>
          <a:p>
            <a:r>
              <a:rPr lang="en-US" sz="2800" dirty="0">
                <a:solidFill>
                  <a:schemeClr val="bg1"/>
                </a:solidFill>
              </a:rPr>
              <a:t>       Sign in with Google</a:t>
            </a:r>
            <a:endParaRPr lang="en-IN" sz="2800" dirty="0">
              <a:solidFill>
                <a:schemeClr val="bg1"/>
              </a:solidFill>
            </a:endParaRPr>
          </a:p>
        </p:txBody>
      </p:sp>
      <p:sp>
        <p:nvSpPr>
          <p:cNvPr id="3" name="Content Placeholder 2">
            <a:extLst>
              <a:ext uri="{FF2B5EF4-FFF2-40B4-BE49-F238E27FC236}">
                <a16:creationId xmlns:a16="http://schemas.microsoft.com/office/drawing/2014/main" id="{BF90CB6E-C7FD-69AE-5755-C7A5A1693758}"/>
              </a:ext>
            </a:extLst>
          </p:cNvPr>
          <p:cNvSpPr>
            <a:spLocks noGrp="1"/>
          </p:cNvSpPr>
          <p:nvPr>
            <p:ph idx="1"/>
          </p:nvPr>
        </p:nvSpPr>
        <p:spPr>
          <a:solidFill>
            <a:schemeClr val="bg1">
              <a:lumMod val="50000"/>
            </a:schemeClr>
          </a:solidFill>
        </p:spPr>
        <p:txBody>
          <a:bodyPr/>
          <a:lstStyle/>
          <a:p>
            <a:pPr marL="0" indent="0">
              <a:buNone/>
            </a:pPr>
            <a:r>
              <a:rPr lang="en-US" dirty="0">
                <a:solidFill>
                  <a:schemeClr val="bg1"/>
                </a:solidFill>
              </a:rPr>
              <a:t>Choose/Sign in an account</a:t>
            </a:r>
          </a:p>
          <a:p>
            <a:pPr marL="0" indent="0">
              <a:buNone/>
            </a:pPr>
            <a:r>
              <a:rPr lang="en-US" dirty="0">
                <a:solidFill>
                  <a:schemeClr val="bg1"/>
                </a:solidFill>
              </a:rPr>
              <a:t>To continue to VVVC Insights</a:t>
            </a:r>
            <a:endParaRPr lang="en-IN" dirty="0">
              <a:solidFill>
                <a:schemeClr val="bg1"/>
              </a:solidFill>
            </a:endParaRPr>
          </a:p>
        </p:txBody>
      </p:sp>
      <p:pic>
        <p:nvPicPr>
          <p:cNvPr id="4" name="Picture 2">
            <a:extLst>
              <a:ext uri="{FF2B5EF4-FFF2-40B4-BE49-F238E27FC236}">
                <a16:creationId xmlns:a16="http://schemas.microsoft.com/office/drawing/2014/main" id="{C80E6541-C025-8C83-C802-09BB42856A9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502251"/>
            <a:ext cx="357571" cy="3575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9E4616C-6FC9-82B5-1E75-CD119E0BEB98}"/>
              </a:ext>
            </a:extLst>
          </p:cNvPr>
          <p:cNvSpPr txBox="1"/>
          <p:nvPr/>
        </p:nvSpPr>
        <p:spPr>
          <a:xfrm>
            <a:off x="2617554" y="3213686"/>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Email*</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55F3C7D2-B5C9-B242-48B0-2E54A106D583}"/>
              </a:ext>
            </a:extLst>
          </p:cNvPr>
          <p:cNvSpPr/>
          <p:nvPr/>
        </p:nvSpPr>
        <p:spPr>
          <a:xfrm>
            <a:off x="3369924" y="3739794"/>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2EE6CECE-BE4D-2640-0DBF-21039EED7886}"/>
              </a:ext>
            </a:extLst>
          </p:cNvPr>
          <p:cNvSpPr txBox="1"/>
          <p:nvPr/>
        </p:nvSpPr>
        <p:spPr>
          <a:xfrm>
            <a:off x="2617554" y="4321593"/>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D883A61A-5EBC-D5B7-C5BD-7D682AE7A6ED}"/>
              </a:ext>
            </a:extLst>
          </p:cNvPr>
          <p:cNvSpPr/>
          <p:nvPr/>
        </p:nvSpPr>
        <p:spPr>
          <a:xfrm>
            <a:off x="3380198" y="4735577"/>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CE3CD400-ACDB-A9EE-DC13-B3D2A01185A1}"/>
              </a:ext>
            </a:extLst>
          </p:cNvPr>
          <p:cNvSpPr/>
          <p:nvPr/>
        </p:nvSpPr>
        <p:spPr>
          <a:xfrm>
            <a:off x="4229955" y="5743254"/>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Login/Register</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8702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F15A108-7351-177F-7653-5AA669969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35070-ECC4-7C8D-971A-0FD2F4BC3820}"/>
              </a:ext>
            </a:extLst>
          </p:cNvPr>
          <p:cNvSpPr>
            <a:spLocks noGrp="1"/>
          </p:cNvSpPr>
          <p:nvPr>
            <p:ph type="title"/>
          </p:nvPr>
        </p:nvSpPr>
        <p:spPr>
          <a:xfrm>
            <a:off x="838200" y="787533"/>
            <a:ext cx="10515600" cy="652017"/>
          </a:xfrm>
        </p:spPr>
        <p:txBody>
          <a:bodyPr>
            <a:normAutofit fontScale="90000"/>
          </a:bodyPr>
          <a:lstStyle/>
          <a:p>
            <a:r>
              <a:rPr lang="en-US" sz="2800" dirty="0">
                <a:solidFill>
                  <a:schemeClr val="bg1"/>
                </a:solidFill>
              </a:rPr>
              <a:t>Forgot Password</a:t>
            </a:r>
            <a:br>
              <a:rPr lang="en-US" sz="2800" dirty="0">
                <a:solidFill>
                  <a:schemeClr val="bg1"/>
                </a:solidFill>
              </a:rPr>
            </a:br>
            <a:endParaRPr lang="en-IN" sz="2800" dirty="0">
              <a:solidFill>
                <a:schemeClr val="bg1"/>
              </a:solidFill>
            </a:endParaRPr>
          </a:p>
        </p:txBody>
      </p:sp>
      <p:sp>
        <p:nvSpPr>
          <p:cNvPr id="3" name="Content Placeholder 2">
            <a:extLst>
              <a:ext uri="{FF2B5EF4-FFF2-40B4-BE49-F238E27FC236}">
                <a16:creationId xmlns:a16="http://schemas.microsoft.com/office/drawing/2014/main" id="{4FA789EC-10F1-7E55-3181-A140FE1B195A}"/>
              </a:ext>
            </a:extLst>
          </p:cNvPr>
          <p:cNvSpPr>
            <a:spLocks noGrp="1"/>
          </p:cNvSpPr>
          <p:nvPr>
            <p:ph idx="1"/>
          </p:nvPr>
        </p:nvSpPr>
        <p:spPr>
          <a:xfrm>
            <a:off x="838200" y="1825625"/>
            <a:ext cx="10515600" cy="4503256"/>
          </a:xfrm>
          <a:solidFill>
            <a:schemeClr val="bg1">
              <a:lumMod val="50000"/>
            </a:schemeClr>
          </a:solidFill>
        </p:spPr>
        <p:txBody>
          <a:bodyPr/>
          <a:lstStyle/>
          <a:p>
            <a:pPr marL="0" indent="0">
              <a:buNone/>
            </a:pPr>
            <a:r>
              <a:rPr lang="en-US" sz="2800" dirty="0">
                <a:solidFill>
                  <a:schemeClr val="bg1"/>
                </a:solidFill>
              </a:rPr>
              <a:t>Enter the passcode sent to your registered mail</a:t>
            </a:r>
            <a:endParaRPr lang="en-IN" dirty="0">
              <a:solidFill>
                <a:schemeClr val="bg1"/>
              </a:solidFill>
            </a:endParaRPr>
          </a:p>
        </p:txBody>
      </p:sp>
      <p:sp>
        <p:nvSpPr>
          <p:cNvPr id="8" name="TextBox 7">
            <a:extLst>
              <a:ext uri="{FF2B5EF4-FFF2-40B4-BE49-F238E27FC236}">
                <a16:creationId xmlns:a16="http://schemas.microsoft.com/office/drawing/2014/main" id="{D441EEAB-4D98-9923-6EC2-528ECA8DB2A6}"/>
              </a:ext>
            </a:extLst>
          </p:cNvPr>
          <p:cNvSpPr txBox="1"/>
          <p:nvPr/>
        </p:nvSpPr>
        <p:spPr>
          <a:xfrm>
            <a:off x="2617554" y="3213686"/>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Email*</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D2122752-3C0D-F8DE-3B68-193911692403}"/>
              </a:ext>
            </a:extLst>
          </p:cNvPr>
          <p:cNvSpPr/>
          <p:nvPr/>
        </p:nvSpPr>
        <p:spPr>
          <a:xfrm>
            <a:off x="3369924" y="3739794"/>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E511A006-BFF0-C753-C49E-CCBA462238DC}"/>
              </a:ext>
            </a:extLst>
          </p:cNvPr>
          <p:cNvSpPr txBox="1"/>
          <p:nvPr/>
        </p:nvSpPr>
        <p:spPr>
          <a:xfrm>
            <a:off x="2617554" y="4321593"/>
            <a:ext cx="328430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New Password*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61148FEB-C748-C6B4-454B-3562E63EED8E}"/>
              </a:ext>
            </a:extLst>
          </p:cNvPr>
          <p:cNvSpPr/>
          <p:nvPr/>
        </p:nvSpPr>
        <p:spPr>
          <a:xfrm>
            <a:off x="3380198" y="4735577"/>
            <a:ext cx="3411020" cy="4616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8A515946-7820-85BE-39F5-569F878A3855}"/>
              </a:ext>
            </a:extLst>
          </p:cNvPr>
          <p:cNvSpPr/>
          <p:nvPr/>
        </p:nvSpPr>
        <p:spPr>
          <a:xfrm>
            <a:off x="4259707" y="5735700"/>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Login/Register</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502A10F-87E6-0E44-66D6-ECAADFF270C1}"/>
              </a:ext>
            </a:extLst>
          </p:cNvPr>
          <p:cNvSpPr txBox="1"/>
          <p:nvPr/>
        </p:nvSpPr>
        <p:spPr>
          <a:xfrm>
            <a:off x="3369924" y="2568015"/>
            <a:ext cx="2352782" cy="429389"/>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403630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1F67E49F-0609-2562-C689-EAE9064ADD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34DDB0-91BE-4593-3D34-0E21C1DC618F}"/>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D7A906D9-2509-4FA8-5D1C-D3E8B49E3045}"/>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13E5255-7F5A-4E12-D499-0C42C5CB6BA2}"/>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C0F1C8C-1DD5-92AC-3CC6-5120069FABB0}"/>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50F1A0F-AF85-5C2B-AF31-49D1FADB2349}"/>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5F0BE54C-7B7E-5A98-82C0-FB2CAA81459A}"/>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055894A1-03EC-A8CF-C25D-595FE7A0E70D}"/>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E08F4CD5-E7BE-CD37-D35F-8778BF3D11ED}"/>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C40129E2-2AD0-5AA9-E963-968B88CE22FF}"/>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41E303CC-B7E4-F9DB-5242-B6B5DCF26912}"/>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3BD2F40C-0028-4B93-E614-6143E97FEC44}"/>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0578911-23BE-243E-3BAC-2BF16455518F}"/>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715D4638-39C1-C12F-50F2-02CABC709F7B}"/>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6B94A923-D8A5-34DC-21AD-482BB7506F30}"/>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3B062BCF-51CD-BE5A-ED4D-864A3C212F62}"/>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5923784C-3B13-785C-0329-34B3453F014B}"/>
              </a:ext>
            </a:extLst>
          </p:cNvPr>
          <p:cNvSpPr/>
          <p:nvPr/>
        </p:nvSpPr>
        <p:spPr>
          <a:xfrm>
            <a:off x="3678887" y="5628398"/>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1FFB52E3-6790-4B9A-8575-E74E27E8DE7D}"/>
              </a:ext>
            </a:extLst>
          </p:cNvPr>
          <p:cNvSpPr/>
          <p:nvPr/>
        </p:nvSpPr>
        <p:spPr>
          <a:xfrm>
            <a:off x="8015101" y="5628398"/>
            <a:ext cx="2058578"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Update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7A8F55C-2C50-54A2-674E-96EC1B11DBEA}"/>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0C612139-9A77-C1C1-BD58-86B9C4583DDF}"/>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BE4AA52-975A-10B4-6603-DFAC6239F512}"/>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5958106-AA8A-BF8A-0F5B-B4FB2F228D05}"/>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723439F-B2F0-96B6-283E-D255EA1D4DCE}"/>
              </a:ext>
            </a:extLst>
          </p:cNvPr>
          <p:cNvSpPr txBox="1"/>
          <p:nvPr/>
        </p:nvSpPr>
        <p:spPr>
          <a:xfrm>
            <a:off x="0" y="1901355"/>
            <a:ext cx="1017142"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14FC99B3-14CC-152A-EED1-6A37BA219852}"/>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3C9C4004-22A4-444A-7026-81468270A868}"/>
              </a:ext>
            </a:extLst>
          </p:cNvPr>
          <p:cNvSpPr txBox="1"/>
          <p:nvPr/>
        </p:nvSpPr>
        <p:spPr>
          <a:xfrm>
            <a:off x="33374" y="2946389"/>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686B7220-1313-A29D-AE6D-9776C7FC6368}"/>
              </a:ext>
            </a:extLst>
          </p:cNvPr>
          <p:cNvSpPr txBox="1"/>
          <p:nvPr/>
        </p:nvSpPr>
        <p:spPr>
          <a:xfrm>
            <a:off x="-12843" y="4100781"/>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D08584DF-64EE-79C5-DA8B-3421FC703F9C}"/>
              </a:ext>
            </a:extLst>
          </p:cNvPr>
          <p:cNvSpPr txBox="1"/>
          <p:nvPr/>
        </p:nvSpPr>
        <p:spPr>
          <a:xfrm>
            <a:off x="15409" y="4545724"/>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AEAE91D4-00D6-6F30-9470-BD1D44B90F6D}"/>
              </a:ext>
            </a:extLst>
          </p:cNvPr>
          <p:cNvSpPr txBox="1"/>
          <p:nvPr/>
        </p:nvSpPr>
        <p:spPr>
          <a:xfrm>
            <a:off x="10273" y="4979853"/>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3299DCFA-7D5E-80B1-98FB-4D2D5C15F65E}"/>
              </a:ext>
            </a:extLst>
          </p:cNvPr>
          <p:cNvSpPr txBox="1"/>
          <p:nvPr/>
        </p:nvSpPr>
        <p:spPr>
          <a:xfrm>
            <a:off x="-12859" y="5432311"/>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37102E39-26C3-46D8-986F-2D701AED3526}"/>
              </a:ext>
            </a:extLst>
          </p:cNvPr>
          <p:cNvSpPr txBox="1"/>
          <p:nvPr/>
        </p:nvSpPr>
        <p:spPr>
          <a:xfrm>
            <a:off x="10275" y="3532000"/>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a:t>
            </a:r>
            <a:r>
              <a:rPr lang="en-US" b="1" dirty="0">
                <a:solidFill>
                  <a:srgbClr val="0563C1"/>
                </a:solidFill>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 </a:t>
            </a:r>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Test</a:t>
            </a:r>
            <a:endParaRPr lang="en-IN" b="1" dirty="0">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30F5EFDC-BA04-8A32-23BA-7DF055B583E4}"/>
              </a:ext>
            </a:extLst>
          </p:cNvPr>
          <p:cNvSpPr/>
          <p:nvPr/>
        </p:nvSpPr>
        <p:spPr>
          <a:xfrm>
            <a:off x="5653657" y="5617958"/>
            <a:ext cx="2058578"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Edit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5EB31D5E-85C5-583F-8A35-B1F6EBB9EC2C}"/>
              </a:ext>
            </a:extLst>
          </p:cNvPr>
          <p:cNvSpPr/>
          <p:nvPr/>
        </p:nvSpPr>
        <p:spPr>
          <a:xfrm>
            <a:off x="1505164" y="1576778"/>
            <a:ext cx="6509937" cy="273244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TextBox 13">
            <a:extLst>
              <a:ext uri="{FF2B5EF4-FFF2-40B4-BE49-F238E27FC236}">
                <a16:creationId xmlns:a16="http://schemas.microsoft.com/office/drawing/2014/main" id="{CD146E69-6111-336A-E816-3774662236E8}"/>
              </a:ext>
            </a:extLst>
          </p:cNvPr>
          <p:cNvSpPr txBox="1"/>
          <p:nvPr/>
        </p:nvSpPr>
        <p:spPr>
          <a:xfrm>
            <a:off x="2874467" y="3607983"/>
            <a:ext cx="1518159" cy="35566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Profile</a:t>
            </a:r>
            <a:r>
              <a:rPr lang="en-US" dirty="0">
                <a:solidFill>
                  <a:schemeClr val="bg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Picture</a:t>
            </a:r>
            <a:endParaRPr lang="en-IN"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7CA8BE43-DA45-5368-7FA4-A50212E50F5C}"/>
              </a:ext>
            </a:extLst>
          </p:cNvPr>
          <p:cNvSpPr txBox="1"/>
          <p:nvPr/>
        </p:nvSpPr>
        <p:spPr>
          <a:xfrm>
            <a:off x="5531342" y="3565977"/>
            <a:ext cx="1107584" cy="35566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ID Card</a:t>
            </a:r>
            <a:endParaRPr lang="en-IN"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365DC933-06AA-471F-0312-27EC55F89464}"/>
              </a:ext>
            </a:extLst>
          </p:cNvPr>
          <p:cNvGrpSpPr/>
          <p:nvPr/>
        </p:nvGrpSpPr>
        <p:grpSpPr>
          <a:xfrm>
            <a:off x="1595154" y="1762180"/>
            <a:ext cx="6352024" cy="1524352"/>
            <a:chOff x="1809576" y="2356960"/>
            <a:chExt cx="7090516" cy="1582937"/>
          </a:xfrm>
        </p:grpSpPr>
        <p:sp>
          <p:nvSpPr>
            <p:cNvPr id="11" name="Rectangle 10">
              <a:extLst>
                <a:ext uri="{FF2B5EF4-FFF2-40B4-BE49-F238E27FC236}">
                  <a16:creationId xmlns:a16="http://schemas.microsoft.com/office/drawing/2014/main" id="{78734FC5-60BF-2677-4BCE-C54D2AFE2CFB}"/>
                </a:ext>
              </a:extLst>
            </p:cNvPr>
            <p:cNvSpPr/>
            <p:nvPr/>
          </p:nvSpPr>
          <p:spPr>
            <a:xfrm>
              <a:off x="1809576" y="2356960"/>
              <a:ext cx="1424739" cy="47940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latin typeface="Times New Roman" panose="02020603050405020304" pitchFamily="18" charset="0"/>
                  <a:cs typeface="Times New Roman" panose="02020603050405020304" pitchFamily="18" charset="0"/>
                </a:rPr>
                <a:t> </a:t>
              </a:r>
              <a:r>
                <a:rPr lang="en-US" sz="2000" dirty="0">
                  <a:ln/>
                  <a:latin typeface="Times New Roman" panose="02020603050405020304" pitchFamily="18" charset="0"/>
                  <a:cs typeface="Times New Roman" panose="02020603050405020304" pitchFamily="18" charset="0"/>
                </a:rPr>
                <a:t>Name*</a:t>
              </a:r>
              <a:endParaRPr lang="en-US" sz="2400" dirty="0">
                <a:ln/>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445E9E54-56E4-D268-445D-8252F47CE071}"/>
                </a:ext>
              </a:extLst>
            </p:cNvPr>
            <p:cNvSpPr/>
            <p:nvPr/>
          </p:nvSpPr>
          <p:spPr>
            <a:xfrm>
              <a:off x="3263937" y="2395826"/>
              <a:ext cx="2150285" cy="4870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1" name="Rectangle 20">
              <a:extLst>
                <a:ext uri="{FF2B5EF4-FFF2-40B4-BE49-F238E27FC236}">
                  <a16:creationId xmlns:a16="http://schemas.microsoft.com/office/drawing/2014/main" id="{5A2EA4E4-5CDD-96AA-5658-4626C00566A7}"/>
                </a:ext>
              </a:extLst>
            </p:cNvPr>
            <p:cNvSpPr/>
            <p:nvPr/>
          </p:nvSpPr>
          <p:spPr>
            <a:xfrm>
              <a:off x="7224284" y="3399997"/>
              <a:ext cx="1638765" cy="3032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2" name="Rectangle 41">
              <a:extLst>
                <a:ext uri="{FF2B5EF4-FFF2-40B4-BE49-F238E27FC236}">
                  <a16:creationId xmlns:a16="http://schemas.microsoft.com/office/drawing/2014/main" id="{E8CE1AE2-724A-5489-FD55-80E088C7CCE5}"/>
                </a:ext>
              </a:extLst>
            </p:cNvPr>
            <p:cNvSpPr/>
            <p:nvPr/>
          </p:nvSpPr>
          <p:spPr>
            <a:xfrm>
              <a:off x="5184119" y="2389035"/>
              <a:ext cx="1991921"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dirty="0">
                  <a:ln/>
                  <a:latin typeface="Times New Roman" panose="02020603050405020304" pitchFamily="18" charset="0"/>
                  <a:cs typeface="Times New Roman" panose="02020603050405020304" pitchFamily="18" charset="0"/>
                </a:rPr>
                <a:t>Designation</a:t>
              </a:r>
              <a:r>
                <a:rPr lang="en-US" dirty="0">
                  <a:ln/>
                  <a:solidFill>
                    <a:schemeClr val="bg1"/>
                  </a:solidFill>
                  <a:latin typeface="Times New Roman" panose="02020603050405020304" pitchFamily="18" charset="0"/>
                  <a:cs typeface="Times New Roman" panose="02020603050405020304" pitchFamily="18" charset="0"/>
                </a:rPr>
                <a: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24B9C6B3-632C-5D14-7938-AA588E8B299C}"/>
                </a:ext>
              </a:extLst>
            </p:cNvPr>
            <p:cNvSpPr/>
            <p:nvPr/>
          </p:nvSpPr>
          <p:spPr>
            <a:xfrm>
              <a:off x="6974365" y="2479998"/>
              <a:ext cx="1888684" cy="3249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4" name="Rectangle 43">
              <a:extLst>
                <a:ext uri="{FF2B5EF4-FFF2-40B4-BE49-F238E27FC236}">
                  <a16:creationId xmlns:a16="http://schemas.microsoft.com/office/drawing/2014/main" id="{C92BE6BD-77E8-0D83-10A1-4924FA14153F}"/>
                </a:ext>
              </a:extLst>
            </p:cNvPr>
            <p:cNvSpPr/>
            <p:nvPr/>
          </p:nvSpPr>
          <p:spPr>
            <a:xfrm>
              <a:off x="5545304" y="3140884"/>
              <a:ext cx="1853221" cy="799013"/>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latin typeface="Times New Roman" panose="02020603050405020304" pitchFamily="18" charset="0"/>
                  <a:cs typeface="Times New Roman" panose="02020603050405020304" pitchFamily="18" charset="0"/>
                </a:rPr>
                <a:t> </a:t>
              </a:r>
              <a:r>
                <a:rPr lang="en-US" sz="2000" dirty="0">
                  <a:ln/>
                  <a:latin typeface="Times New Roman" panose="02020603050405020304" pitchFamily="18" charset="0"/>
                  <a:cs typeface="Times New Roman" panose="02020603050405020304" pitchFamily="18" charset="0"/>
                </a:rPr>
                <a:t>Teaching Experience*</a:t>
              </a:r>
              <a:endParaRPr lang="en-US" sz="2400" dirty="0">
                <a:ln/>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E10FEB74-FB0C-11F1-1270-AF895DFBA3B8}"/>
                </a:ext>
              </a:extLst>
            </p:cNvPr>
            <p:cNvSpPr/>
            <p:nvPr/>
          </p:nvSpPr>
          <p:spPr>
            <a:xfrm>
              <a:off x="3786638" y="3333268"/>
              <a:ext cx="1853221" cy="4624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DC926101-CDF0-18A0-002B-349594C88EB6}"/>
                </a:ext>
              </a:extLst>
            </p:cNvPr>
            <p:cNvSpPr/>
            <p:nvPr/>
          </p:nvSpPr>
          <p:spPr>
            <a:xfrm>
              <a:off x="1892710" y="3252972"/>
              <a:ext cx="1934249" cy="47940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latin typeface="Times New Roman" panose="02020603050405020304" pitchFamily="18" charset="0"/>
                  <a:cs typeface="Times New Roman" panose="02020603050405020304" pitchFamily="18" charset="0"/>
                </a:rPr>
                <a:t> </a:t>
              </a:r>
              <a:r>
                <a:rPr lang="en-US" sz="2000" dirty="0">
                  <a:ln/>
                  <a:latin typeface="Times New Roman" panose="02020603050405020304" pitchFamily="18" charset="0"/>
                  <a:cs typeface="Times New Roman" panose="02020603050405020304" pitchFamily="18" charset="0"/>
                </a:rPr>
                <a:t>Department*</a:t>
              </a:r>
              <a:endParaRPr lang="en-US" sz="2400" dirty="0">
                <a:ln/>
                <a:latin typeface="Times New Roman" panose="02020603050405020304" pitchFamily="18" charset="0"/>
                <a:cs typeface="Times New Roman" panose="02020603050405020304" pitchFamily="18" charset="0"/>
              </a:endParaRPr>
            </a:p>
          </p:txBody>
        </p:sp>
        <p:sp>
          <p:nvSpPr>
            <p:cNvPr id="49" name="Isosceles Triangle 48">
              <a:extLst>
                <a:ext uri="{FF2B5EF4-FFF2-40B4-BE49-F238E27FC236}">
                  <a16:creationId xmlns:a16="http://schemas.microsoft.com/office/drawing/2014/main" id="{307A88E1-FA83-0E68-3336-358819C3A12E}"/>
                </a:ext>
              </a:extLst>
            </p:cNvPr>
            <p:cNvSpPr/>
            <p:nvPr/>
          </p:nvSpPr>
          <p:spPr>
            <a:xfrm rot="10800000">
              <a:off x="5242484" y="3441364"/>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D8279D10-569A-3B11-988C-AD986FBEB336}"/>
                </a:ext>
              </a:extLst>
            </p:cNvPr>
            <p:cNvSpPr/>
            <p:nvPr/>
          </p:nvSpPr>
          <p:spPr>
            <a:xfrm rot="10800000">
              <a:off x="8572273" y="2544234"/>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pSp>
      <p:pic>
        <p:nvPicPr>
          <p:cNvPr id="55" name="Graphic 54" descr="Image">
            <a:extLst>
              <a:ext uri="{FF2B5EF4-FFF2-40B4-BE49-F238E27FC236}">
                <a16:creationId xmlns:a16="http://schemas.microsoft.com/office/drawing/2014/main" id="{9BA74C0E-95AE-4691-4ADE-7EF885724554}"/>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4465929" y="3608806"/>
            <a:ext cx="358438" cy="385302"/>
          </a:xfrm>
          <a:prstGeom prst="rect">
            <a:avLst/>
          </a:prstGeom>
        </p:spPr>
      </p:pic>
      <p:pic>
        <p:nvPicPr>
          <p:cNvPr id="56" name="Graphic 55" descr="Image">
            <a:extLst>
              <a:ext uri="{FF2B5EF4-FFF2-40B4-BE49-F238E27FC236}">
                <a16:creationId xmlns:a16="http://schemas.microsoft.com/office/drawing/2014/main" id="{C780E796-B39F-455E-BA0A-F0D406EF8EC4}"/>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6638926" y="3536338"/>
            <a:ext cx="358438" cy="385302"/>
          </a:xfrm>
          <a:prstGeom prst="rect">
            <a:avLst/>
          </a:prstGeom>
        </p:spPr>
      </p:pic>
      <p:sp>
        <p:nvSpPr>
          <p:cNvPr id="58" name="TextBox 57">
            <a:extLst>
              <a:ext uri="{FF2B5EF4-FFF2-40B4-BE49-F238E27FC236}">
                <a16:creationId xmlns:a16="http://schemas.microsoft.com/office/drawing/2014/main" id="{8E3D3D7D-982A-E7E1-34DB-BB593D03A0DF}"/>
              </a:ext>
            </a:extLst>
          </p:cNvPr>
          <p:cNvSpPr txBox="1"/>
          <p:nvPr/>
        </p:nvSpPr>
        <p:spPr>
          <a:xfrm>
            <a:off x="3273255" y="5198061"/>
            <a:ext cx="2332180"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Your details are saved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2CE9F935-0B4B-7C5A-1E39-8C37B6A580E9}"/>
              </a:ext>
            </a:extLst>
          </p:cNvPr>
          <p:cNvSpPr txBox="1"/>
          <p:nvPr/>
        </p:nvSpPr>
        <p:spPr>
          <a:xfrm>
            <a:off x="7913992" y="5152281"/>
            <a:ext cx="2332180"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Your profile is updated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9744BFA9-1330-5890-E49F-14897429B988}"/>
              </a:ext>
            </a:extLst>
          </p:cNvPr>
          <p:cNvSpPr txBox="1"/>
          <p:nvPr/>
        </p:nvSpPr>
        <p:spPr>
          <a:xfrm>
            <a:off x="-12859" y="5857354"/>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8"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2D3AF06D-3E84-7B2C-84A1-D87C51008A17}"/>
              </a:ext>
            </a:extLst>
          </p:cNvPr>
          <p:cNvSpPr txBox="1"/>
          <p:nvPr/>
        </p:nvSpPr>
        <p:spPr>
          <a:xfrm>
            <a:off x="-12859" y="2496747"/>
            <a:ext cx="11943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9" action="ppaction://hlinksldjump">
                  <a:extLst>
                    <a:ext uri="{A12FA001-AC4F-418D-AE19-62706E023703}">
                      <ahyp:hlinkClr xmlns:ahyp="http://schemas.microsoft.com/office/drawing/2018/hyperlinkcolor" xmlns="" val="tx"/>
                    </a:ext>
                  </a:extLst>
                </a:hlinkClick>
              </a:rPr>
              <a:t>Students</a:t>
            </a:r>
            <a:endParaRPr lang="en-IN" b="1"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34C68D2A-DD05-491B-0A84-97656A5E7F64}"/>
              </a:ext>
            </a:extLst>
          </p:cNvPr>
          <p:cNvPicPr>
            <a:picLocks noChangeAspect="1"/>
          </p:cNvPicPr>
          <p:nvPr/>
        </p:nvPicPr>
        <p:blipFill>
          <a:blip r:embed="rId30"/>
          <a:stretch>
            <a:fillRect/>
          </a:stretch>
        </p:blipFill>
        <p:spPr>
          <a:xfrm>
            <a:off x="4126590" y="249284"/>
            <a:ext cx="983282" cy="998068"/>
          </a:xfrm>
          <a:prstGeom prst="rect">
            <a:avLst/>
          </a:prstGeom>
        </p:spPr>
      </p:pic>
      <p:sp>
        <p:nvSpPr>
          <p:cNvPr id="51" name="Rectangle 50">
            <a:extLst>
              <a:ext uri="{FF2B5EF4-FFF2-40B4-BE49-F238E27FC236}">
                <a16:creationId xmlns:a16="http://schemas.microsoft.com/office/drawing/2014/main" id="{EF157434-A4DB-BC60-A23D-0C03F96AD3FA}"/>
              </a:ext>
            </a:extLst>
          </p:cNvPr>
          <p:cNvSpPr/>
          <p:nvPr/>
        </p:nvSpPr>
        <p:spPr>
          <a:xfrm>
            <a:off x="8122880" y="1576778"/>
            <a:ext cx="3902647" cy="2732448"/>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a:extLst>
              <a:ext uri="{FF2B5EF4-FFF2-40B4-BE49-F238E27FC236}">
                <a16:creationId xmlns:a16="http://schemas.microsoft.com/office/drawing/2014/main" id="{59E838AC-0766-F948-6334-170923451727}"/>
              </a:ext>
            </a:extLst>
          </p:cNvPr>
          <p:cNvSpPr/>
          <p:nvPr/>
        </p:nvSpPr>
        <p:spPr>
          <a:xfrm>
            <a:off x="9755237" y="1748259"/>
            <a:ext cx="1660204" cy="4453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7" name="Rectangle 56">
            <a:extLst>
              <a:ext uri="{FF2B5EF4-FFF2-40B4-BE49-F238E27FC236}">
                <a16:creationId xmlns:a16="http://schemas.microsoft.com/office/drawing/2014/main" id="{88D5E37D-F4B7-C463-E815-94AD335749E6}"/>
              </a:ext>
            </a:extLst>
          </p:cNvPr>
          <p:cNvSpPr/>
          <p:nvPr/>
        </p:nvSpPr>
        <p:spPr>
          <a:xfrm>
            <a:off x="8058565" y="1670934"/>
            <a:ext cx="1732793"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latin typeface="Times New Roman" panose="02020603050405020304" pitchFamily="18" charset="0"/>
                <a:cs typeface="Times New Roman" panose="02020603050405020304" pitchFamily="18" charset="0"/>
              </a:rPr>
              <a:t>Course Title</a:t>
            </a:r>
            <a:endParaRPr lang="en-US" sz="2400" dirty="0">
              <a:ln/>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2F85275B-6425-50B0-6ACD-DDD8CC4C5963}"/>
              </a:ext>
            </a:extLst>
          </p:cNvPr>
          <p:cNvSpPr/>
          <p:nvPr/>
        </p:nvSpPr>
        <p:spPr>
          <a:xfrm>
            <a:off x="9776088" y="2381336"/>
            <a:ext cx="1660204" cy="4453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3" name="Rectangle 62">
            <a:extLst>
              <a:ext uri="{FF2B5EF4-FFF2-40B4-BE49-F238E27FC236}">
                <a16:creationId xmlns:a16="http://schemas.microsoft.com/office/drawing/2014/main" id="{97113210-D9D6-D058-98D2-8EC4F37543E8}"/>
              </a:ext>
            </a:extLst>
          </p:cNvPr>
          <p:cNvSpPr/>
          <p:nvPr/>
        </p:nvSpPr>
        <p:spPr>
          <a:xfrm>
            <a:off x="8079416" y="2304011"/>
            <a:ext cx="1732793"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latin typeface="Times New Roman" panose="02020603050405020304" pitchFamily="18" charset="0"/>
                <a:cs typeface="Times New Roman" panose="02020603050405020304" pitchFamily="18" charset="0"/>
              </a:rPr>
              <a:t>Course Code</a:t>
            </a:r>
            <a:endParaRPr lang="en-US" sz="2400" dirty="0">
              <a:ln/>
              <a:latin typeface="Times New Roman" panose="02020603050405020304" pitchFamily="18" charset="0"/>
              <a:cs typeface="Times New Roman" panose="02020603050405020304" pitchFamily="18" charset="0"/>
            </a:endParaRPr>
          </a:p>
        </p:txBody>
      </p:sp>
      <p:sp>
        <p:nvSpPr>
          <p:cNvPr id="64" name="Rectangle 63">
            <a:extLst>
              <a:ext uri="{FF2B5EF4-FFF2-40B4-BE49-F238E27FC236}">
                <a16:creationId xmlns:a16="http://schemas.microsoft.com/office/drawing/2014/main" id="{964F6060-2CDF-39B0-C901-39464A38F440}"/>
              </a:ext>
            </a:extLst>
          </p:cNvPr>
          <p:cNvSpPr/>
          <p:nvPr/>
        </p:nvSpPr>
        <p:spPr>
          <a:xfrm>
            <a:off x="9743536" y="3315721"/>
            <a:ext cx="1671905" cy="343312"/>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Upload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8956E994-5803-6234-B98F-CC82B1C2C485}"/>
              </a:ext>
            </a:extLst>
          </p:cNvPr>
          <p:cNvSpPr txBox="1"/>
          <p:nvPr/>
        </p:nvSpPr>
        <p:spPr>
          <a:xfrm>
            <a:off x="8392020" y="3306839"/>
            <a:ext cx="11075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Syllabus</a:t>
            </a:r>
            <a:endParaRPr lang="en-IN"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C326FA14-330E-AA42-B01B-6A6787EB9E56}"/>
              </a:ext>
            </a:extLst>
          </p:cNvPr>
          <p:cNvSpPr txBox="1"/>
          <p:nvPr/>
        </p:nvSpPr>
        <p:spPr>
          <a:xfrm>
            <a:off x="10579488" y="3852236"/>
            <a:ext cx="11075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Add</a:t>
            </a:r>
            <a:endParaRPr lang="en-IN" dirty="0">
              <a:latin typeface="Times New Roman" panose="02020603050405020304" pitchFamily="18" charset="0"/>
              <a:cs typeface="Times New Roman" panose="02020603050405020304" pitchFamily="18" charset="0"/>
            </a:endParaRPr>
          </a:p>
        </p:txBody>
      </p:sp>
      <p:pic>
        <p:nvPicPr>
          <p:cNvPr id="68" name="Graphic 67" descr="Add">
            <a:extLst>
              <a:ext uri="{FF2B5EF4-FFF2-40B4-BE49-F238E27FC236}">
                <a16:creationId xmlns:a16="http://schemas.microsoft.com/office/drawing/2014/main" id="{CF738D31-F5B2-A3F1-DA49-6C06CC698551}"/>
              </a:ext>
            </a:extLst>
          </p:cNvPr>
          <p:cNvPicPr>
            <a:picLocks noChangeAspect="1"/>
          </p:cNvPicPr>
          <p:nvPr/>
        </p:nvPicPr>
        <p:blipFill>
          <a:blip r:embed="rId31">
            <a:extLst>
              <a:ext uri="{96DAC541-7B7A-43D3-8B79-37D633B846F1}">
                <asvg:svgBlip xmlns:asvg="http://schemas.microsoft.com/office/drawing/2016/SVG/main" xmlns="" r:embed="rId32"/>
              </a:ext>
            </a:extLst>
          </a:blip>
          <a:stretch>
            <a:fillRect/>
          </a:stretch>
        </p:blipFill>
        <p:spPr>
          <a:xfrm>
            <a:off x="11151594" y="3863374"/>
            <a:ext cx="284698" cy="284698"/>
          </a:xfrm>
          <a:prstGeom prst="rect">
            <a:avLst/>
          </a:prstGeom>
        </p:spPr>
      </p:pic>
      <p:sp>
        <p:nvSpPr>
          <p:cNvPr id="69" name="TextBox 68">
            <a:extLst>
              <a:ext uri="{FF2B5EF4-FFF2-40B4-BE49-F238E27FC236}">
                <a16:creationId xmlns:a16="http://schemas.microsoft.com/office/drawing/2014/main" id="{8DBDA655-F25C-1A63-A97B-13E9535542DA}"/>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92032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FB7924EF-12E9-276A-620A-8CA7AE47F5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FA86BB-1227-0242-B592-5E32BAC541BF}"/>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325048AA-83EA-8956-2DB0-451A50A88294}"/>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576FD3-E131-A6DD-E2B0-760407E3822E}"/>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F098E9B-873C-1DC2-1BBC-5BF50D56AA88}"/>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66D0C49-1CFF-F539-72F8-3DA594BC7D48}"/>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C4DB69FB-C9ED-F8BC-3F6F-A33D330FC47A}"/>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3DFF902B-C866-5304-CA68-2F25A117A266}"/>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5BE8DDE7-4C3B-7801-B5CE-D285A7B87081}"/>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F856D8AC-26E5-6AFA-D224-684A8EBF068A}"/>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D3613449-45A4-5607-8748-AE037134238D}"/>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46C75F14-7717-7543-3588-6BC4F1703E2D}"/>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E7F905AE-60F6-78B5-AD68-2B895B72B04C}"/>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8C5D58E8-94D4-72A0-F164-A4F99802716A}"/>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7FD925AE-3793-FEAF-9F03-1AB784062B66}"/>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6EB880D9-8C40-23E1-AD71-9DA0F45C9EE5}"/>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6486F29-9584-9FCD-AED9-CBD9F5131574}"/>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018FD279-F7BA-9F09-B5C7-7FB15FF9D630}"/>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EA1A4CD-8331-A7E6-78AB-2D2013F8CBDF}"/>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B615BF-179A-5922-564A-060875FC19CC}"/>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BA0B843-DFA8-92A0-0394-CE5E7340FC93}"/>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319BB713-9EAB-C453-CB5E-EE6575A5D46F}"/>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9D44A1DA-FFC4-DFD3-66BF-7DF63D0582D3}"/>
              </a:ext>
            </a:extLst>
          </p:cNvPr>
          <p:cNvSpPr txBox="1"/>
          <p:nvPr/>
        </p:nvSpPr>
        <p:spPr>
          <a:xfrm>
            <a:off x="37581" y="2899454"/>
            <a:ext cx="1017142"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CBF14381-B1AA-67EF-4E55-DAB721BA116C}"/>
              </a:ext>
            </a:extLst>
          </p:cNvPr>
          <p:cNvSpPr txBox="1"/>
          <p:nvPr/>
        </p:nvSpPr>
        <p:spPr>
          <a:xfrm>
            <a:off x="10273" y="3861594"/>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EBBE618-9C55-DEB1-6097-7EE3809169B8}"/>
              </a:ext>
            </a:extLst>
          </p:cNvPr>
          <p:cNvSpPr txBox="1"/>
          <p:nvPr/>
        </p:nvSpPr>
        <p:spPr>
          <a:xfrm>
            <a:off x="27554" y="437490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79C39E8A-02CF-205F-A50C-74D32D7A986A}"/>
              </a:ext>
            </a:extLst>
          </p:cNvPr>
          <p:cNvSpPr txBox="1"/>
          <p:nvPr/>
        </p:nvSpPr>
        <p:spPr>
          <a:xfrm>
            <a:off x="0" y="4837543"/>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855EA724-56A5-B920-F06A-B122553A8010}"/>
              </a:ext>
            </a:extLst>
          </p:cNvPr>
          <p:cNvSpPr txBox="1"/>
          <p:nvPr/>
        </p:nvSpPr>
        <p:spPr>
          <a:xfrm>
            <a:off x="-12859" y="5330771"/>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E5AB3696-BA79-DA70-BC0F-09A58B693D02}"/>
              </a:ext>
            </a:extLst>
          </p:cNvPr>
          <p:cNvSpPr txBox="1"/>
          <p:nvPr/>
        </p:nvSpPr>
        <p:spPr>
          <a:xfrm>
            <a:off x="0" y="3408931"/>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43729094-80A4-3CFB-65EA-14C30716D26A}"/>
              </a:ext>
            </a:extLst>
          </p:cNvPr>
          <p:cNvGrpSpPr/>
          <p:nvPr/>
        </p:nvGrpSpPr>
        <p:grpSpPr>
          <a:xfrm>
            <a:off x="1611854" y="1827790"/>
            <a:ext cx="4650750" cy="3035888"/>
            <a:chOff x="1640999" y="1870743"/>
            <a:chExt cx="4888559" cy="3011562"/>
          </a:xfrm>
        </p:grpSpPr>
        <p:grpSp>
          <p:nvGrpSpPr>
            <p:cNvPr id="29" name="Group 28">
              <a:extLst>
                <a:ext uri="{FF2B5EF4-FFF2-40B4-BE49-F238E27FC236}">
                  <a16:creationId xmlns:a16="http://schemas.microsoft.com/office/drawing/2014/main" id="{0F1BB7C9-69CA-ADED-626F-D988CCDA7053}"/>
                </a:ext>
              </a:extLst>
            </p:cNvPr>
            <p:cNvGrpSpPr/>
            <p:nvPr/>
          </p:nvGrpSpPr>
          <p:grpSpPr>
            <a:xfrm>
              <a:off x="1640999" y="1870743"/>
              <a:ext cx="4888559" cy="3011562"/>
              <a:chOff x="2171761" y="3038948"/>
              <a:chExt cx="4643973" cy="2777868"/>
            </a:xfrm>
          </p:grpSpPr>
          <p:grpSp>
            <p:nvGrpSpPr>
              <p:cNvPr id="27" name="Group 26">
                <a:extLst>
                  <a:ext uri="{FF2B5EF4-FFF2-40B4-BE49-F238E27FC236}">
                    <a16:creationId xmlns:a16="http://schemas.microsoft.com/office/drawing/2014/main" id="{8AB5964F-1B3F-72AD-ABEE-C3FCC6F5406B}"/>
                  </a:ext>
                </a:extLst>
              </p:cNvPr>
              <p:cNvGrpSpPr/>
              <p:nvPr/>
            </p:nvGrpSpPr>
            <p:grpSpPr>
              <a:xfrm>
                <a:off x="2171761" y="3038948"/>
                <a:ext cx="4643973" cy="2777868"/>
                <a:chOff x="1380643" y="1498058"/>
                <a:chExt cx="4643973" cy="2777868"/>
              </a:xfrm>
            </p:grpSpPr>
            <p:sp>
              <p:nvSpPr>
                <p:cNvPr id="25" name="TextBox 24">
                  <a:extLst>
                    <a:ext uri="{FF2B5EF4-FFF2-40B4-BE49-F238E27FC236}">
                      <a16:creationId xmlns:a16="http://schemas.microsoft.com/office/drawing/2014/main" id="{05D11C01-BE45-4145-7A8E-BD2759A83752}"/>
                    </a:ext>
                  </a:extLst>
                </p:cNvPr>
                <p:cNvSpPr txBox="1"/>
                <p:nvPr/>
              </p:nvSpPr>
              <p:spPr>
                <a:xfrm>
                  <a:off x="1380643" y="1498058"/>
                  <a:ext cx="4643973" cy="2761950"/>
                </a:xfrm>
                <a:prstGeom prst="rect">
                  <a:avLst/>
                </a:prstGeom>
                <a:solidFill>
                  <a:schemeClr val="bg1">
                    <a:lumMod val="50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E55E50AC-F57E-E6DE-F558-86EF1426D91E}"/>
                    </a:ext>
                  </a:extLst>
                </p:cNvPr>
                <p:cNvSpPr txBox="1"/>
                <p:nvPr/>
              </p:nvSpPr>
              <p:spPr>
                <a:xfrm>
                  <a:off x="1555410" y="2887511"/>
                  <a:ext cx="979662" cy="36826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Topic</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E3E961BE-B721-9FB9-B1D8-208A4108F0B4}"/>
                    </a:ext>
                  </a:extLst>
                </p:cNvPr>
                <p:cNvSpPr/>
                <p:nvPr/>
              </p:nvSpPr>
              <p:spPr>
                <a:xfrm>
                  <a:off x="1419980" y="1590528"/>
                  <a:ext cx="1083045" cy="42242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C9E2BEBB-DBBF-04A6-DDB7-D81DFFCEE853}"/>
                    </a:ext>
                  </a:extLst>
                </p:cNvPr>
                <p:cNvSpPr/>
                <p:nvPr/>
              </p:nvSpPr>
              <p:spPr>
                <a:xfrm>
                  <a:off x="2636049" y="1620388"/>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1F00D450-C8C8-023F-DF73-4427C672A59F}"/>
                    </a:ext>
                  </a:extLst>
                </p:cNvPr>
                <p:cNvSpPr/>
                <p:nvPr/>
              </p:nvSpPr>
              <p:spPr>
                <a:xfrm>
                  <a:off x="1452027" y="2160728"/>
                  <a:ext cx="856284" cy="42584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Unit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704DC4C1-9BD4-287F-A93B-50FE7F0BE62B}"/>
                    </a:ext>
                  </a:extLst>
                </p:cNvPr>
                <p:cNvSpPr/>
                <p:nvPr/>
              </p:nvSpPr>
              <p:spPr>
                <a:xfrm>
                  <a:off x="2636049" y="224108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1FE08B33-BEA0-E2D1-21C7-5D9ED4AB2E86}"/>
                    </a:ext>
                  </a:extLst>
                </p:cNvPr>
                <p:cNvSpPr/>
                <p:nvPr/>
              </p:nvSpPr>
              <p:spPr>
                <a:xfrm>
                  <a:off x="2660363" y="2899710"/>
                  <a:ext cx="3284306" cy="3682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E4209771-908E-1306-5F71-A3386BCBF1EF}"/>
                    </a:ext>
                  </a:extLst>
                </p:cNvPr>
                <p:cNvSpPr/>
                <p:nvPr/>
              </p:nvSpPr>
              <p:spPr>
                <a:xfrm rot="10800000">
                  <a:off x="5540136" y="1704360"/>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635120D8-B276-DDD0-2E83-FD718C3E204D}"/>
                    </a:ext>
                  </a:extLst>
                </p:cNvPr>
                <p:cNvSpPr/>
                <p:nvPr/>
              </p:nvSpPr>
              <p:spPr>
                <a:xfrm rot="10800000">
                  <a:off x="5592536" y="2932714"/>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57F27160-A12B-CC97-14E1-8382BB49113E}"/>
                    </a:ext>
                  </a:extLst>
                </p:cNvPr>
                <p:cNvSpPr/>
                <p:nvPr/>
              </p:nvSpPr>
              <p:spPr>
                <a:xfrm>
                  <a:off x="2711573" y="3712672"/>
                  <a:ext cx="1360995" cy="341187"/>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Upload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BDAF43A-B99E-0163-7AFD-4225C156FB69}"/>
                    </a:ext>
                  </a:extLst>
                </p:cNvPr>
                <p:cNvSpPr txBox="1"/>
                <p:nvPr/>
              </p:nvSpPr>
              <p:spPr>
                <a:xfrm>
                  <a:off x="1580395" y="3684527"/>
                  <a:ext cx="1941816" cy="59139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File</a:t>
                  </a:r>
                </a:p>
                <a:p>
                  <a:r>
                    <a:rPr lang="en-US" dirty="0">
                      <a:solidFill>
                        <a:schemeClr val="bg1"/>
                      </a:solidFill>
                      <a:latin typeface="Times New Roman" panose="02020603050405020304" pitchFamily="18" charset="0"/>
                      <a:cs typeface="Times New Roman" panose="02020603050405020304" pitchFamily="18" charset="0"/>
                    </a:rPr>
                    <a:t>.pdf</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8" name="Graphic 17" descr="Paperclip">
                  <a:extLst>
                    <a:ext uri="{FF2B5EF4-FFF2-40B4-BE49-F238E27FC236}">
                      <a16:creationId xmlns:a16="http://schemas.microsoft.com/office/drawing/2014/main" id="{0B396ED9-8DC4-4AA5-41C3-DC701C2B9A09}"/>
                    </a:ext>
                  </a:extLst>
                </p:cNvPr>
                <p:cNvPicPr>
                  <a:picLocks noChangeAspect="1"/>
                </p:cNvPicPr>
                <p:nvPr/>
              </p:nvPicPr>
              <p:blipFill>
                <a:blip r:embed="rId24">
                  <a:extLst>
                    <a:ext uri="{96DAC541-7B7A-43D3-8B79-37D633B846F1}">
                      <asvg:svgBlip xmlns:asvg="http://schemas.microsoft.com/office/drawing/2016/SVG/main" xmlns="" r:embed="rId25"/>
                    </a:ext>
                  </a:extLst>
                </a:blip>
                <a:stretch>
                  <a:fillRect/>
                </a:stretch>
              </p:blipFill>
              <p:spPr>
                <a:xfrm>
                  <a:off x="2014715" y="3712672"/>
                  <a:ext cx="369332" cy="369332"/>
                </a:xfrm>
                <a:prstGeom prst="rect">
                  <a:avLst/>
                </a:prstGeom>
              </p:spPr>
            </p:pic>
            <p:pic>
              <p:nvPicPr>
                <p:cNvPr id="21" name="Graphic 20" descr="Download">
                  <a:extLst>
                    <a:ext uri="{FF2B5EF4-FFF2-40B4-BE49-F238E27FC236}">
                      <a16:creationId xmlns:a16="http://schemas.microsoft.com/office/drawing/2014/main" id="{8BCF1F03-7F10-C4BB-2058-98BCAC776BDE}"/>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rot="10800000">
                  <a:off x="4019213" y="3668737"/>
                  <a:ext cx="457200" cy="457200"/>
                </a:xfrm>
                <a:prstGeom prst="rect">
                  <a:avLst/>
                </a:prstGeom>
              </p:spPr>
            </p:pic>
          </p:grpSp>
          <p:sp>
            <p:nvSpPr>
              <p:cNvPr id="50" name="Isosceles Triangle 49">
                <a:extLst>
                  <a:ext uri="{FF2B5EF4-FFF2-40B4-BE49-F238E27FC236}">
                    <a16:creationId xmlns:a16="http://schemas.microsoft.com/office/drawing/2014/main" id="{0A13275B-4142-C4AE-56F4-4C44E2240E3A}"/>
                  </a:ext>
                </a:extLst>
              </p:cNvPr>
              <p:cNvSpPr/>
              <p:nvPr/>
            </p:nvSpPr>
            <p:spPr>
              <a:xfrm rot="10800000">
                <a:off x="6343420" y="385757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pSp>
        <p:sp>
          <p:nvSpPr>
            <p:cNvPr id="42" name="Rectangle 41">
              <a:extLst>
                <a:ext uri="{FF2B5EF4-FFF2-40B4-BE49-F238E27FC236}">
                  <a16:creationId xmlns:a16="http://schemas.microsoft.com/office/drawing/2014/main" id="{BB822164-6AF9-D71C-5577-5B520CC71E26}"/>
                </a:ext>
              </a:extLst>
            </p:cNvPr>
            <p:cNvSpPr/>
            <p:nvPr/>
          </p:nvSpPr>
          <p:spPr>
            <a:xfrm>
              <a:off x="4993762" y="4241154"/>
              <a:ext cx="1400854" cy="391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Delete</a:t>
              </a:r>
              <a:endParaRPr lang="en-IN" dirty="0">
                <a:solidFill>
                  <a:schemeClr val="bg1"/>
                </a:solidFill>
                <a:latin typeface="Times New Roman" panose="02020603050405020304" pitchFamily="18" charset="0"/>
                <a:cs typeface="Times New Roman" panose="02020603050405020304" pitchFamily="18" charset="0"/>
              </a:endParaRPr>
            </a:p>
          </p:txBody>
        </p:sp>
      </p:grpSp>
      <p:sp>
        <p:nvSpPr>
          <p:cNvPr id="43" name="Rectangle 42">
            <a:extLst>
              <a:ext uri="{FF2B5EF4-FFF2-40B4-BE49-F238E27FC236}">
                <a16:creationId xmlns:a16="http://schemas.microsoft.com/office/drawing/2014/main" id="{5AD52D50-9F77-4258-61F8-8310C6D3EB21}"/>
              </a:ext>
            </a:extLst>
          </p:cNvPr>
          <p:cNvSpPr/>
          <p:nvPr/>
        </p:nvSpPr>
        <p:spPr>
          <a:xfrm>
            <a:off x="6486195" y="1835446"/>
            <a:ext cx="5539332" cy="3048375"/>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53" name="TextBox 52">
            <a:extLst>
              <a:ext uri="{FF2B5EF4-FFF2-40B4-BE49-F238E27FC236}">
                <a16:creationId xmlns:a16="http://schemas.microsoft.com/office/drawing/2014/main" id="{96A14F79-4A32-D1A2-B9E7-BE74DA08D966}"/>
              </a:ext>
            </a:extLst>
          </p:cNvPr>
          <p:cNvSpPr txBox="1"/>
          <p:nvPr/>
        </p:nvSpPr>
        <p:spPr>
          <a:xfrm>
            <a:off x="6713531" y="1484885"/>
            <a:ext cx="981814" cy="369332"/>
          </a:xfrm>
          <a:prstGeom prst="rect">
            <a:avLst/>
          </a:prstGeom>
          <a:noFill/>
        </p:spPr>
        <p:txBody>
          <a:bodyPr wrap="square" rtlCol="0">
            <a:spAutoFit/>
          </a:bodyPr>
          <a:lstStyle/>
          <a:p>
            <a:r>
              <a:rPr lang="en-US" dirty="0">
                <a:solidFill>
                  <a:schemeClr val="bg1"/>
                </a:solidFill>
              </a:rPr>
              <a:t>Topic</a:t>
            </a:r>
            <a:endParaRPr lang="en-IN" dirty="0">
              <a:solidFill>
                <a:schemeClr val="bg1"/>
              </a:solidFill>
            </a:endParaRPr>
          </a:p>
        </p:txBody>
      </p:sp>
      <p:sp>
        <p:nvSpPr>
          <p:cNvPr id="55" name="TextBox 54">
            <a:extLst>
              <a:ext uri="{FF2B5EF4-FFF2-40B4-BE49-F238E27FC236}">
                <a16:creationId xmlns:a16="http://schemas.microsoft.com/office/drawing/2014/main" id="{D8BB3469-492C-7BE8-69C8-CF464BB1C1E0}"/>
              </a:ext>
            </a:extLst>
          </p:cNvPr>
          <p:cNvSpPr txBox="1"/>
          <p:nvPr/>
        </p:nvSpPr>
        <p:spPr>
          <a:xfrm>
            <a:off x="7695345" y="1476780"/>
            <a:ext cx="1340777" cy="369332"/>
          </a:xfrm>
          <a:prstGeom prst="rect">
            <a:avLst/>
          </a:prstGeom>
          <a:noFill/>
        </p:spPr>
        <p:txBody>
          <a:bodyPr wrap="square" rtlCol="0">
            <a:spAutoFit/>
          </a:bodyPr>
          <a:lstStyle/>
          <a:p>
            <a:r>
              <a:rPr lang="en-US" dirty="0">
                <a:solidFill>
                  <a:schemeClr val="bg1"/>
                </a:solidFill>
              </a:rPr>
              <a:t>Transcript</a:t>
            </a:r>
            <a:endParaRPr lang="en-IN" dirty="0">
              <a:solidFill>
                <a:schemeClr val="bg1"/>
              </a:solidFill>
            </a:endParaRPr>
          </a:p>
        </p:txBody>
      </p:sp>
      <p:sp>
        <p:nvSpPr>
          <p:cNvPr id="56" name="TextBox 55">
            <a:extLst>
              <a:ext uri="{FF2B5EF4-FFF2-40B4-BE49-F238E27FC236}">
                <a16:creationId xmlns:a16="http://schemas.microsoft.com/office/drawing/2014/main" id="{F2213405-39F2-F79C-569C-4A30CF435457}"/>
              </a:ext>
            </a:extLst>
          </p:cNvPr>
          <p:cNvSpPr txBox="1"/>
          <p:nvPr/>
        </p:nvSpPr>
        <p:spPr>
          <a:xfrm>
            <a:off x="8948057" y="1476780"/>
            <a:ext cx="1167754" cy="369332"/>
          </a:xfrm>
          <a:prstGeom prst="rect">
            <a:avLst/>
          </a:prstGeom>
          <a:noFill/>
        </p:spPr>
        <p:txBody>
          <a:bodyPr wrap="square" rtlCol="0">
            <a:spAutoFit/>
          </a:bodyPr>
          <a:lstStyle/>
          <a:p>
            <a:r>
              <a:rPr lang="en-US" dirty="0">
                <a:solidFill>
                  <a:schemeClr val="bg1"/>
                </a:solidFill>
              </a:rPr>
              <a:t>Audio File</a:t>
            </a:r>
            <a:endParaRPr lang="en-IN" dirty="0">
              <a:solidFill>
                <a:schemeClr val="bg1"/>
              </a:solidFill>
            </a:endParaRPr>
          </a:p>
        </p:txBody>
      </p:sp>
      <p:pic>
        <p:nvPicPr>
          <p:cNvPr id="65" name="Graphic 64" descr="Earbuds">
            <a:extLst>
              <a:ext uri="{FF2B5EF4-FFF2-40B4-BE49-F238E27FC236}">
                <a16:creationId xmlns:a16="http://schemas.microsoft.com/office/drawing/2014/main" id="{C707385D-657F-B466-4E92-3B0F20492FCC}"/>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1929211"/>
            <a:ext cx="551134" cy="551134"/>
          </a:xfrm>
          <a:prstGeom prst="rect">
            <a:avLst/>
          </a:prstGeom>
        </p:spPr>
      </p:pic>
      <p:sp>
        <p:nvSpPr>
          <p:cNvPr id="69" name="TextBox 68">
            <a:extLst>
              <a:ext uri="{FF2B5EF4-FFF2-40B4-BE49-F238E27FC236}">
                <a16:creationId xmlns:a16="http://schemas.microsoft.com/office/drawing/2014/main" id="{641F8608-08D0-C7EE-AB38-8009E96209A0}"/>
              </a:ext>
            </a:extLst>
          </p:cNvPr>
          <p:cNvSpPr txBox="1"/>
          <p:nvPr/>
        </p:nvSpPr>
        <p:spPr>
          <a:xfrm>
            <a:off x="6471092" y="1870181"/>
            <a:ext cx="1099335" cy="369332"/>
          </a:xfrm>
          <a:prstGeom prst="rect">
            <a:avLst/>
          </a:prstGeom>
          <a:noFill/>
        </p:spPr>
        <p:txBody>
          <a:bodyPr wrap="square" rtlCol="0">
            <a:spAutoFit/>
          </a:bodyPr>
          <a:lstStyle/>
          <a:p>
            <a:r>
              <a:rPr lang="en-US" dirty="0"/>
              <a:t>________</a:t>
            </a:r>
            <a:endParaRPr lang="en-IN" dirty="0"/>
          </a:p>
        </p:txBody>
      </p:sp>
      <p:pic>
        <p:nvPicPr>
          <p:cNvPr id="71" name="Graphic 70" descr="Document">
            <a:extLst>
              <a:ext uri="{FF2B5EF4-FFF2-40B4-BE49-F238E27FC236}">
                <a16:creationId xmlns:a16="http://schemas.microsoft.com/office/drawing/2014/main" id="{F45F5EED-EFFB-0B45-C8CF-4B78BE513B5C}"/>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1914825"/>
            <a:ext cx="509970" cy="509970"/>
          </a:xfrm>
          <a:prstGeom prst="rect">
            <a:avLst/>
          </a:prstGeom>
        </p:spPr>
      </p:pic>
      <p:sp>
        <p:nvSpPr>
          <p:cNvPr id="74" name="TextBox 73">
            <a:extLst>
              <a:ext uri="{FF2B5EF4-FFF2-40B4-BE49-F238E27FC236}">
                <a16:creationId xmlns:a16="http://schemas.microsoft.com/office/drawing/2014/main" id="{0DA98246-BDCC-AD00-BF68-0FCFEA36C2C3}"/>
              </a:ext>
            </a:extLst>
          </p:cNvPr>
          <p:cNvSpPr txBox="1"/>
          <p:nvPr/>
        </p:nvSpPr>
        <p:spPr>
          <a:xfrm>
            <a:off x="10073436" y="1981027"/>
            <a:ext cx="7284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Edit</a:t>
            </a:r>
            <a:endParaRPr lang="en-IN"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6E64F239-588A-5B8D-FAF9-064FA6E5B2C0}"/>
              </a:ext>
            </a:extLst>
          </p:cNvPr>
          <p:cNvSpPr txBox="1"/>
          <p:nvPr/>
        </p:nvSpPr>
        <p:spPr>
          <a:xfrm>
            <a:off x="10879614" y="1960340"/>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pic>
        <p:nvPicPr>
          <p:cNvPr id="76" name="Graphic 75" descr="Earbuds">
            <a:extLst>
              <a:ext uri="{FF2B5EF4-FFF2-40B4-BE49-F238E27FC236}">
                <a16:creationId xmlns:a16="http://schemas.microsoft.com/office/drawing/2014/main" id="{D2BCBA91-EDDB-7489-2B41-8E0685FA32B1}"/>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2545012"/>
            <a:ext cx="551134" cy="551134"/>
          </a:xfrm>
          <a:prstGeom prst="rect">
            <a:avLst/>
          </a:prstGeom>
        </p:spPr>
      </p:pic>
      <p:sp>
        <p:nvSpPr>
          <p:cNvPr id="77" name="TextBox 76">
            <a:extLst>
              <a:ext uri="{FF2B5EF4-FFF2-40B4-BE49-F238E27FC236}">
                <a16:creationId xmlns:a16="http://schemas.microsoft.com/office/drawing/2014/main" id="{600E49C4-3A0B-F31A-28F9-91874682110D}"/>
              </a:ext>
            </a:extLst>
          </p:cNvPr>
          <p:cNvSpPr txBox="1"/>
          <p:nvPr/>
        </p:nvSpPr>
        <p:spPr>
          <a:xfrm>
            <a:off x="6471092" y="2485982"/>
            <a:ext cx="1099335" cy="369332"/>
          </a:xfrm>
          <a:prstGeom prst="rect">
            <a:avLst/>
          </a:prstGeom>
          <a:noFill/>
        </p:spPr>
        <p:txBody>
          <a:bodyPr wrap="square" rtlCol="0">
            <a:spAutoFit/>
          </a:bodyPr>
          <a:lstStyle/>
          <a:p>
            <a:r>
              <a:rPr lang="en-US" dirty="0"/>
              <a:t>________</a:t>
            </a:r>
            <a:endParaRPr lang="en-IN" dirty="0"/>
          </a:p>
        </p:txBody>
      </p:sp>
      <p:pic>
        <p:nvPicPr>
          <p:cNvPr id="78" name="Graphic 77" descr="Document">
            <a:extLst>
              <a:ext uri="{FF2B5EF4-FFF2-40B4-BE49-F238E27FC236}">
                <a16:creationId xmlns:a16="http://schemas.microsoft.com/office/drawing/2014/main" id="{7E118B05-B15E-30AC-A4AB-E2A193570617}"/>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2530626"/>
            <a:ext cx="509970" cy="509970"/>
          </a:xfrm>
          <a:prstGeom prst="rect">
            <a:avLst/>
          </a:prstGeom>
        </p:spPr>
      </p:pic>
      <p:sp>
        <p:nvSpPr>
          <p:cNvPr id="79" name="TextBox 78">
            <a:extLst>
              <a:ext uri="{FF2B5EF4-FFF2-40B4-BE49-F238E27FC236}">
                <a16:creationId xmlns:a16="http://schemas.microsoft.com/office/drawing/2014/main" id="{CBCA1F80-56B6-A0FA-05E3-5C4E93DA3305}"/>
              </a:ext>
            </a:extLst>
          </p:cNvPr>
          <p:cNvSpPr txBox="1"/>
          <p:nvPr/>
        </p:nvSpPr>
        <p:spPr>
          <a:xfrm>
            <a:off x="10073436" y="2596828"/>
            <a:ext cx="7284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Edit</a:t>
            </a:r>
            <a:endParaRPr lang="en-IN" dirty="0">
              <a:latin typeface="Times New Roman" panose="02020603050405020304" pitchFamily="18" charset="0"/>
              <a:cs typeface="Times New Roman" panose="02020603050405020304" pitchFamily="18" charset="0"/>
            </a:endParaRPr>
          </a:p>
        </p:txBody>
      </p:sp>
      <p:sp>
        <p:nvSpPr>
          <p:cNvPr id="80" name="TextBox 79">
            <a:extLst>
              <a:ext uri="{FF2B5EF4-FFF2-40B4-BE49-F238E27FC236}">
                <a16:creationId xmlns:a16="http://schemas.microsoft.com/office/drawing/2014/main" id="{ED111DE3-433E-D549-E266-857B8595352F}"/>
              </a:ext>
            </a:extLst>
          </p:cNvPr>
          <p:cNvSpPr txBox="1"/>
          <p:nvPr/>
        </p:nvSpPr>
        <p:spPr>
          <a:xfrm>
            <a:off x="10879614" y="2576141"/>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0D9E8B8E-6D7F-9FEA-F823-3D6E8256AA0D}"/>
              </a:ext>
            </a:extLst>
          </p:cNvPr>
          <p:cNvSpPr txBox="1"/>
          <p:nvPr/>
        </p:nvSpPr>
        <p:spPr>
          <a:xfrm>
            <a:off x="-12859" y="5857354"/>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2"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83" name="TextBox 82">
            <a:extLst>
              <a:ext uri="{FF2B5EF4-FFF2-40B4-BE49-F238E27FC236}">
                <a16:creationId xmlns:a16="http://schemas.microsoft.com/office/drawing/2014/main" id="{3BA94FB1-321F-2E94-E3E6-FB5D597DF86C}"/>
              </a:ext>
            </a:extLst>
          </p:cNvPr>
          <p:cNvSpPr txBox="1"/>
          <p:nvPr/>
        </p:nvSpPr>
        <p:spPr>
          <a:xfrm>
            <a:off x="28259" y="2363195"/>
            <a:ext cx="11943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3" action="ppaction://hlinksldjump">
                  <a:extLst>
                    <a:ext uri="{A12FA001-AC4F-418D-AE19-62706E023703}">
                      <ahyp:hlinkClr xmlns:ahyp="http://schemas.microsoft.com/office/drawing/2018/hyperlinkcolor" xmlns="" val="tx"/>
                    </a:ext>
                  </a:extLst>
                </a:hlinkClick>
              </a:rPr>
              <a:t>Students</a:t>
            </a:r>
            <a:endParaRPr lang="en-IN"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945150A3-187E-2337-8D66-F0CE25620923}"/>
              </a:ext>
            </a:extLst>
          </p:cNvPr>
          <p:cNvPicPr>
            <a:picLocks noChangeAspect="1"/>
          </p:cNvPicPr>
          <p:nvPr/>
        </p:nvPicPr>
        <p:blipFill>
          <a:blip r:embed="rId34"/>
          <a:stretch>
            <a:fillRect/>
          </a:stretch>
        </p:blipFill>
        <p:spPr>
          <a:xfrm>
            <a:off x="4265639" y="275350"/>
            <a:ext cx="906578" cy="920211"/>
          </a:xfrm>
          <a:prstGeom prst="rect">
            <a:avLst/>
          </a:prstGeom>
        </p:spPr>
      </p:pic>
      <p:sp>
        <p:nvSpPr>
          <p:cNvPr id="57" name="TextBox 56">
            <a:extLst>
              <a:ext uri="{FF2B5EF4-FFF2-40B4-BE49-F238E27FC236}">
                <a16:creationId xmlns:a16="http://schemas.microsoft.com/office/drawing/2014/main" id="{0B04F78B-F6D9-2C6E-FEE0-8A69EEE2A8D1}"/>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24961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E5F5B4F1-D7C4-0784-0F4D-7230E77A08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0A3F02-E4E3-D2B1-4FF7-EA7CB606B212}"/>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17ED566A-22D5-B330-FF4A-59449FAD67CA}"/>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79370AD-C804-5640-C2C2-09EC8E85919C}"/>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91523D2-57E3-498C-D33A-8D2060E4C075}"/>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0BCB6D0-98F0-0992-45B9-C7437BA70AB0}"/>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3BC68A8C-847D-959E-62EA-6D2231DF995E}"/>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8714DCAE-FBC0-BF67-01FA-0CCE717B768E}"/>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38083A70-2D11-A2A9-0AC4-CB119C74C4A3}"/>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E9F1740B-9A25-D888-7773-9B82BDFD1DBB}"/>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0686B083-AB11-19DC-EFA0-3B9A0D31C59C}"/>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C52E93E4-FD0B-8C67-A0D8-E887F848891D}"/>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01F44F8-4D25-211B-05DD-C471FEC60E47}"/>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B8BAAF2E-4D31-BC2F-F6D9-11B73353B668}"/>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2E343ECF-2A82-892C-BAB2-849F2F93E023}"/>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A1283512-9651-051C-AF78-E441BA421072}"/>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5DE1654-683F-B7E4-5A2D-3D5515B455E6}"/>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ED85C2B1-85EB-BE57-CA48-74C5A259201E}"/>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7CF6D88-B6CE-3FD4-AEF4-97A1DEF15FFE}"/>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EAE76ED-730F-694A-22A4-91079E905A27}"/>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87C0FC9-972E-3F03-8F14-A161BCA942EA}"/>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9E427D2F-84E2-E2F8-D8DD-D7BB426CF089}"/>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24115AF9-496A-15A6-9E99-B0E30A74C749}"/>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DB4A7030-A50A-835C-7B5E-669041F756CA}"/>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9F22C33-CF3B-5D46-481B-505BBE0D9BF5}"/>
              </a:ext>
            </a:extLst>
          </p:cNvPr>
          <p:cNvSpPr txBox="1"/>
          <p:nvPr/>
        </p:nvSpPr>
        <p:spPr>
          <a:xfrm>
            <a:off x="35959" y="3930528"/>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F1425850-86E9-3D07-DC08-1145A2FFF18C}"/>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DFC2E562-153E-CC29-59D9-D3524AFD5211}"/>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hlinkClick r:id="rId23" action="ppaction://hlinksldjump"/>
            <a:extLst>
              <a:ext uri="{FF2B5EF4-FFF2-40B4-BE49-F238E27FC236}">
                <a16:creationId xmlns:a16="http://schemas.microsoft.com/office/drawing/2014/main" id="{B680048E-D109-6690-8836-53C58F2392C4}"/>
              </a:ext>
            </a:extLst>
          </p:cNvPr>
          <p:cNvSpPr txBox="1"/>
          <p:nvPr/>
        </p:nvSpPr>
        <p:spPr>
          <a:xfrm>
            <a:off x="10275" y="2857224"/>
            <a:ext cx="1351048"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817294BA-76D0-8888-9858-358B792D6027}"/>
              </a:ext>
            </a:extLst>
          </p:cNvPr>
          <p:cNvGrpSpPr/>
          <p:nvPr/>
        </p:nvGrpSpPr>
        <p:grpSpPr>
          <a:xfrm>
            <a:off x="1611854" y="1827790"/>
            <a:ext cx="4650750" cy="3035888"/>
            <a:chOff x="1640999" y="1870743"/>
            <a:chExt cx="4888559" cy="3011562"/>
          </a:xfrm>
        </p:grpSpPr>
        <p:grpSp>
          <p:nvGrpSpPr>
            <p:cNvPr id="29" name="Group 28">
              <a:extLst>
                <a:ext uri="{FF2B5EF4-FFF2-40B4-BE49-F238E27FC236}">
                  <a16:creationId xmlns:a16="http://schemas.microsoft.com/office/drawing/2014/main" id="{AC751DA1-45B4-1DB5-5D59-7CF77ABC84E8}"/>
                </a:ext>
              </a:extLst>
            </p:cNvPr>
            <p:cNvGrpSpPr/>
            <p:nvPr/>
          </p:nvGrpSpPr>
          <p:grpSpPr>
            <a:xfrm>
              <a:off x="1640999" y="1870743"/>
              <a:ext cx="4888559" cy="3011562"/>
              <a:chOff x="2171761" y="3038948"/>
              <a:chExt cx="4643973" cy="2777868"/>
            </a:xfrm>
          </p:grpSpPr>
          <p:grpSp>
            <p:nvGrpSpPr>
              <p:cNvPr id="27" name="Group 26">
                <a:extLst>
                  <a:ext uri="{FF2B5EF4-FFF2-40B4-BE49-F238E27FC236}">
                    <a16:creationId xmlns:a16="http://schemas.microsoft.com/office/drawing/2014/main" id="{DADA63EC-2223-228D-2261-96F194438E36}"/>
                  </a:ext>
                </a:extLst>
              </p:cNvPr>
              <p:cNvGrpSpPr/>
              <p:nvPr/>
            </p:nvGrpSpPr>
            <p:grpSpPr>
              <a:xfrm>
                <a:off x="2171761" y="3038948"/>
                <a:ext cx="4643973" cy="2777868"/>
                <a:chOff x="1380643" y="1498058"/>
                <a:chExt cx="4643973" cy="2777868"/>
              </a:xfrm>
            </p:grpSpPr>
            <p:sp>
              <p:nvSpPr>
                <p:cNvPr id="25" name="TextBox 24">
                  <a:extLst>
                    <a:ext uri="{FF2B5EF4-FFF2-40B4-BE49-F238E27FC236}">
                      <a16:creationId xmlns:a16="http://schemas.microsoft.com/office/drawing/2014/main" id="{6AABE5FE-48BB-428A-1BA0-789E3E679AD3}"/>
                    </a:ext>
                  </a:extLst>
                </p:cNvPr>
                <p:cNvSpPr txBox="1"/>
                <p:nvPr/>
              </p:nvSpPr>
              <p:spPr>
                <a:xfrm>
                  <a:off x="1380643" y="1498058"/>
                  <a:ext cx="4643973" cy="2761950"/>
                </a:xfrm>
                <a:prstGeom prst="rect">
                  <a:avLst/>
                </a:prstGeom>
                <a:solidFill>
                  <a:schemeClr val="bg1">
                    <a:lumMod val="50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7038442F-7CF9-C2B4-CEB3-B9E33223EE70}"/>
                    </a:ext>
                  </a:extLst>
                </p:cNvPr>
                <p:cNvSpPr txBox="1"/>
                <p:nvPr/>
              </p:nvSpPr>
              <p:spPr>
                <a:xfrm>
                  <a:off x="1555410" y="2887511"/>
                  <a:ext cx="979662" cy="36826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Topic</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D2180A85-353B-4F53-5BF5-0ED2FA9E7BDB}"/>
                    </a:ext>
                  </a:extLst>
                </p:cNvPr>
                <p:cNvSpPr/>
                <p:nvPr/>
              </p:nvSpPr>
              <p:spPr>
                <a:xfrm>
                  <a:off x="1419980" y="1590528"/>
                  <a:ext cx="1083045" cy="42242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91096F8D-3C39-2AD1-CEEA-91BCE17FE5DC}"/>
                    </a:ext>
                  </a:extLst>
                </p:cNvPr>
                <p:cNvSpPr/>
                <p:nvPr/>
              </p:nvSpPr>
              <p:spPr>
                <a:xfrm>
                  <a:off x="2636049" y="1620388"/>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50095906-4748-6BAF-7016-AC63B92BCC25}"/>
                    </a:ext>
                  </a:extLst>
                </p:cNvPr>
                <p:cNvSpPr/>
                <p:nvPr/>
              </p:nvSpPr>
              <p:spPr>
                <a:xfrm>
                  <a:off x="1452027" y="2160728"/>
                  <a:ext cx="856284" cy="42584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Unit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6DF57174-91B3-BF82-D11A-DC56BE7EF97B}"/>
                    </a:ext>
                  </a:extLst>
                </p:cNvPr>
                <p:cNvSpPr/>
                <p:nvPr/>
              </p:nvSpPr>
              <p:spPr>
                <a:xfrm>
                  <a:off x="2636049" y="224108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3BA4C802-0AA1-F2FE-192D-9FFA33B78003}"/>
                    </a:ext>
                  </a:extLst>
                </p:cNvPr>
                <p:cNvSpPr/>
                <p:nvPr/>
              </p:nvSpPr>
              <p:spPr>
                <a:xfrm>
                  <a:off x="2660363" y="2899710"/>
                  <a:ext cx="3284306" cy="3682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B93C3144-39DC-C6F5-D9DF-4EF8FFF226D6}"/>
                    </a:ext>
                  </a:extLst>
                </p:cNvPr>
                <p:cNvSpPr/>
                <p:nvPr/>
              </p:nvSpPr>
              <p:spPr>
                <a:xfrm rot="10800000">
                  <a:off x="5540136" y="1704360"/>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0BD1A58F-5EBF-119A-46F9-12872D5DE0A1}"/>
                    </a:ext>
                  </a:extLst>
                </p:cNvPr>
                <p:cNvSpPr/>
                <p:nvPr/>
              </p:nvSpPr>
              <p:spPr>
                <a:xfrm rot="10800000">
                  <a:off x="5592536" y="2932714"/>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63D39F68-FA7D-0FD5-EC8E-6F3D33445345}"/>
                    </a:ext>
                  </a:extLst>
                </p:cNvPr>
                <p:cNvSpPr/>
                <p:nvPr/>
              </p:nvSpPr>
              <p:spPr>
                <a:xfrm>
                  <a:off x="2711573" y="3712672"/>
                  <a:ext cx="1360995" cy="341187"/>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Upload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6A0A954-3E00-EA7D-CA93-391530B4A370}"/>
                    </a:ext>
                  </a:extLst>
                </p:cNvPr>
                <p:cNvSpPr txBox="1"/>
                <p:nvPr/>
              </p:nvSpPr>
              <p:spPr>
                <a:xfrm>
                  <a:off x="1580395" y="3684527"/>
                  <a:ext cx="1941816" cy="59139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File</a:t>
                  </a:r>
                </a:p>
                <a:p>
                  <a:r>
                    <a:rPr lang="en-US" dirty="0">
                      <a:solidFill>
                        <a:schemeClr val="bg1"/>
                      </a:solidFill>
                      <a:latin typeface="Times New Roman" panose="02020603050405020304" pitchFamily="18" charset="0"/>
                      <a:cs typeface="Times New Roman" panose="02020603050405020304" pitchFamily="18" charset="0"/>
                    </a:rPr>
                    <a:t>.</a:t>
                  </a:r>
                  <a:r>
                    <a:rPr lang="en-US" dirty="0" err="1">
                      <a:solidFill>
                        <a:schemeClr val="bg1"/>
                      </a:solidFill>
                      <a:latin typeface="Times New Roman" panose="02020603050405020304" pitchFamily="18" charset="0"/>
                      <a:cs typeface="Times New Roman" panose="02020603050405020304" pitchFamily="18" charset="0"/>
                    </a:rPr>
                    <a:t>xls</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8" name="Graphic 17" descr="Paperclip">
                  <a:extLst>
                    <a:ext uri="{FF2B5EF4-FFF2-40B4-BE49-F238E27FC236}">
                      <a16:creationId xmlns:a16="http://schemas.microsoft.com/office/drawing/2014/main" id="{3FCDB630-F356-37BF-15ED-007B330BA695}"/>
                    </a:ext>
                  </a:extLst>
                </p:cNvPr>
                <p:cNvPicPr>
                  <a:picLocks noChangeAspect="1"/>
                </p:cNvPicPr>
                <p:nvPr/>
              </p:nvPicPr>
              <p:blipFill>
                <a:blip r:embed="rId24">
                  <a:extLst>
                    <a:ext uri="{96DAC541-7B7A-43D3-8B79-37D633B846F1}">
                      <asvg:svgBlip xmlns:asvg="http://schemas.microsoft.com/office/drawing/2016/SVG/main" xmlns="" r:embed="rId25"/>
                    </a:ext>
                  </a:extLst>
                </a:blip>
                <a:stretch>
                  <a:fillRect/>
                </a:stretch>
              </p:blipFill>
              <p:spPr>
                <a:xfrm>
                  <a:off x="2014715" y="3712672"/>
                  <a:ext cx="369332" cy="369332"/>
                </a:xfrm>
                <a:prstGeom prst="rect">
                  <a:avLst/>
                </a:prstGeom>
              </p:spPr>
            </p:pic>
            <p:pic>
              <p:nvPicPr>
                <p:cNvPr id="21" name="Graphic 20" descr="Download">
                  <a:extLst>
                    <a:ext uri="{FF2B5EF4-FFF2-40B4-BE49-F238E27FC236}">
                      <a16:creationId xmlns:a16="http://schemas.microsoft.com/office/drawing/2014/main" id="{467E006C-15BE-6577-A28B-96B02B05C0A0}"/>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rot="10800000">
                  <a:off x="4019213" y="3668737"/>
                  <a:ext cx="457200" cy="457200"/>
                </a:xfrm>
                <a:prstGeom prst="rect">
                  <a:avLst/>
                </a:prstGeom>
              </p:spPr>
            </p:pic>
          </p:grpSp>
          <p:sp>
            <p:nvSpPr>
              <p:cNvPr id="50" name="Isosceles Triangle 49">
                <a:extLst>
                  <a:ext uri="{FF2B5EF4-FFF2-40B4-BE49-F238E27FC236}">
                    <a16:creationId xmlns:a16="http://schemas.microsoft.com/office/drawing/2014/main" id="{3F6FEB02-6F8D-59F9-6BEA-1546F35DA01D}"/>
                  </a:ext>
                </a:extLst>
              </p:cNvPr>
              <p:cNvSpPr/>
              <p:nvPr/>
            </p:nvSpPr>
            <p:spPr>
              <a:xfrm rot="10800000">
                <a:off x="6343420" y="385757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pSp>
        <p:sp>
          <p:nvSpPr>
            <p:cNvPr id="42" name="Rectangle 41">
              <a:extLst>
                <a:ext uri="{FF2B5EF4-FFF2-40B4-BE49-F238E27FC236}">
                  <a16:creationId xmlns:a16="http://schemas.microsoft.com/office/drawing/2014/main" id="{3674873E-2F39-C316-9E68-9589C281A1FA}"/>
                </a:ext>
              </a:extLst>
            </p:cNvPr>
            <p:cNvSpPr/>
            <p:nvPr/>
          </p:nvSpPr>
          <p:spPr>
            <a:xfrm>
              <a:off x="4993762" y="4241154"/>
              <a:ext cx="1400854" cy="391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Delete</a:t>
              </a:r>
              <a:endParaRPr lang="en-IN" dirty="0">
                <a:solidFill>
                  <a:schemeClr val="bg1"/>
                </a:solidFill>
                <a:latin typeface="Times New Roman" panose="02020603050405020304" pitchFamily="18" charset="0"/>
                <a:cs typeface="Times New Roman" panose="02020603050405020304" pitchFamily="18" charset="0"/>
              </a:endParaRPr>
            </a:p>
          </p:txBody>
        </p:sp>
      </p:grpSp>
      <p:sp>
        <p:nvSpPr>
          <p:cNvPr id="43" name="Rectangle 42">
            <a:extLst>
              <a:ext uri="{FF2B5EF4-FFF2-40B4-BE49-F238E27FC236}">
                <a16:creationId xmlns:a16="http://schemas.microsoft.com/office/drawing/2014/main" id="{C0F50246-338D-A215-ACA4-90B1BF9734FC}"/>
              </a:ext>
            </a:extLst>
          </p:cNvPr>
          <p:cNvSpPr/>
          <p:nvPr/>
        </p:nvSpPr>
        <p:spPr>
          <a:xfrm>
            <a:off x="6486195" y="1835446"/>
            <a:ext cx="5539332" cy="3048375"/>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53" name="TextBox 52">
            <a:extLst>
              <a:ext uri="{FF2B5EF4-FFF2-40B4-BE49-F238E27FC236}">
                <a16:creationId xmlns:a16="http://schemas.microsoft.com/office/drawing/2014/main" id="{6F117131-569B-44C0-FC02-2689FE7145D2}"/>
              </a:ext>
            </a:extLst>
          </p:cNvPr>
          <p:cNvSpPr txBox="1"/>
          <p:nvPr/>
        </p:nvSpPr>
        <p:spPr>
          <a:xfrm>
            <a:off x="6713531" y="1484885"/>
            <a:ext cx="981814" cy="369332"/>
          </a:xfrm>
          <a:prstGeom prst="rect">
            <a:avLst/>
          </a:prstGeom>
          <a:noFill/>
        </p:spPr>
        <p:txBody>
          <a:bodyPr wrap="square" rtlCol="0">
            <a:spAutoFit/>
          </a:bodyPr>
          <a:lstStyle/>
          <a:p>
            <a:r>
              <a:rPr lang="en-US" dirty="0">
                <a:solidFill>
                  <a:schemeClr val="bg1"/>
                </a:solidFill>
              </a:rPr>
              <a:t>Topic</a:t>
            </a:r>
            <a:endParaRPr lang="en-IN" dirty="0">
              <a:solidFill>
                <a:schemeClr val="bg1"/>
              </a:solidFill>
            </a:endParaRPr>
          </a:p>
        </p:txBody>
      </p:sp>
      <p:sp>
        <p:nvSpPr>
          <p:cNvPr id="55" name="TextBox 54">
            <a:extLst>
              <a:ext uri="{FF2B5EF4-FFF2-40B4-BE49-F238E27FC236}">
                <a16:creationId xmlns:a16="http://schemas.microsoft.com/office/drawing/2014/main" id="{CC69D2A5-B3F4-A926-69F1-01C2B5749354}"/>
              </a:ext>
            </a:extLst>
          </p:cNvPr>
          <p:cNvSpPr txBox="1"/>
          <p:nvPr/>
        </p:nvSpPr>
        <p:spPr>
          <a:xfrm>
            <a:off x="7640642" y="1455792"/>
            <a:ext cx="1299864" cy="369332"/>
          </a:xfrm>
          <a:prstGeom prst="rect">
            <a:avLst/>
          </a:prstGeom>
          <a:noFill/>
        </p:spPr>
        <p:txBody>
          <a:bodyPr wrap="square" rtlCol="0">
            <a:spAutoFit/>
          </a:bodyPr>
          <a:lstStyle/>
          <a:p>
            <a:r>
              <a:rPr lang="en-US" dirty="0">
                <a:solidFill>
                  <a:schemeClr val="bg1"/>
                </a:solidFill>
              </a:rPr>
              <a:t>Question</a:t>
            </a:r>
            <a:endParaRPr lang="en-IN" dirty="0">
              <a:solidFill>
                <a:schemeClr val="bg1"/>
              </a:solidFill>
            </a:endParaRPr>
          </a:p>
        </p:txBody>
      </p:sp>
      <p:sp>
        <p:nvSpPr>
          <p:cNvPr id="56" name="TextBox 55">
            <a:extLst>
              <a:ext uri="{FF2B5EF4-FFF2-40B4-BE49-F238E27FC236}">
                <a16:creationId xmlns:a16="http://schemas.microsoft.com/office/drawing/2014/main" id="{D8ABFC23-2EA2-EEAA-2457-F3F138C5848B}"/>
              </a:ext>
            </a:extLst>
          </p:cNvPr>
          <p:cNvSpPr txBox="1"/>
          <p:nvPr/>
        </p:nvSpPr>
        <p:spPr>
          <a:xfrm>
            <a:off x="8948057" y="1476780"/>
            <a:ext cx="1167754" cy="369332"/>
          </a:xfrm>
          <a:prstGeom prst="rect">
            <a:avLst/>
          </a:prstGeom>
          <a:noFill/>
        </p:spPr>
        <p:txBody>
          <a:bodyPr wrap="square" rtlCol="0">
            <a:spAutoFit/>
          </a:bodyPr>
          <a:lstStyle/>
          <a:p>
            <a:r>
              <a:rPr lang="en-US" dirty="0">
                <a:solidFill>
                  <a:schemeClr val="bg1"/>
                </a:solidFill>
              </a:rPr>
              <a:t>Audio File</a:t>
            </a:r>
            <a:endParaRPr lang="en-IN" dirty="0">
              <a:solidFill>
                <a:schemeClr val="bg1"/>
              </a:solidFill>
            </a:endParaRPr>
          </a:p>
        </p:txBody>
      </p:sp>
      <p:pic>
        <p:nvPicPr>
          <p:cNvPr id="65" name="Graphic 64" descr="Earbuds">
            <a:extLst>
              <a:ext uri="{FF2B5EF4-FFF2-40B4-BE49-F238E27FC236}">
                <a16:creationId xmlns:a16="http://schemas.microsoft.com/office/drawing/2014/main" id="{C9D7799F-CDDB-9097-82F4-F0C9D1BDAB0A}"/>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1929211"/>
            <a:ext cx="551134" cy="551134"/>
          </a:xfrm>
          <a:prstGeom prst="rect">
            <a:avLst/>
          </a:prstGeom>
        </p:spPr>
      </p:pic>
      <p:sp>
        <p:nvSpPr>
          <p:cNvPr id="69" name="TextBox 68">
            <a:extLst>
              <a:ext uri="{FF2B5EF4-FFF2-40B4-BE49-F238E27FC236}">
                <a16:creationId xmlns:a16="http://schemas.microsoft.com/office/drawing/2014/main" id="{734F9958-5716-9165-BB95-68B244F3B021}"/>
              </a:ext>
            </a:extLst>
          </p:cNvPr>
          <p:cNvSpPr txBox="1"/>
          <p:nvPr/>
        </p:nvSpPr>
        <p:spPr>
          <a:xfrm>
            <a:off x="6471092" y="1870181"/>
            <a:ext cx="1099335" cy="369332"/>
          </a:xfrm>
          <a:prstGeom prst="rect">
            <a:avLst/>
          </a:prstGeom>
          <a:noFill/>
        </p:spPr>
        <p:txBody>
          <a:bodyPr wrap="square" rtlCol="0">
            <a:spAutoFit/>
          </a:bodyPr>
          <a:lstStyle/>
          <a:p>
            <a:r>
              <a:rPr lang="en-US" dirty="0"/>
              <a:t>________</a:t>
            </a:r>
            <a:endParaRPr lang="en-IN" dirty="0"/>
          </a:p>
        </p:txBody>
      </p:sp>
      <p:pic>
        <p:nvPicPr>
          <p:cNvPr id="71" name="Graphic 70" descr="Document">
            <a:extLst>
              <a:ext uri="{FF2B5EF4-FFF2-40B4-BE49-F238E27FC236}">
                <a16:creationId xmlns:a16="http://schemas.microsoft.com/office/drawing/2014/main" id="{2BD5D5EF-36C6-2622-4E64-214C5782486C}"/>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1914825"/>
            <a:ext cx="509970" cy="509970"/>
          </a:xfrm>
          <a:prstGeom prst="rect">
            <a:avLst/>
          </a:prstGeom>
        </p:spPr>
      </p:pic>
      <p:sp>
        <p:nvSpPr>
          <p:cNvPr id="72" name="TextBox 71">
            <a:extLst>
              <a:ext uri="{FF2B5EF4-FFF2-40B4-BE49-F238E27FC236}">
                <a16:creationId xmlns:a16="http://schemas.microsoft.com/office/drawing/2014/main" id="{54147CC3-7D11-28DA-132C-DC9F51271AD2}"/>
              </a:ext>
            </a:extLst>
          </p:cNvPr>
          <p:cNvSpPr txBox="1"/>
          <p:nvPr/>
        </p:nvSpPr>
        <p:spPr>
          <a:xfrm>
            <a:off x="2862002" y="5000782"/>
            <a:ext cx="2195437"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 upload new files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9F85CC6F-56B2-BBC0-FC7D-9D008403396E}"/>
              </a:ext>
            </a:extLst>
          </p:cNvPr>
          <p:cNvSpPr txBox="1"/>
          <p:nvPr/>
        </p:nvSpPr>
        <p:spPr>
          <a:xfrm>
            <a:off x="8160234" y="5000782"/>
            <a:ext cx="2509103"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 View/Edit files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75DBFB7E-E0FA-0C5E-BCA9-373BB2CA28CF}"/>
              </a:ext>
            </a:extLst>
          </p:cNvPr>
          <p:cNvSpPr txBox="1"/>
          <p:nvPr/>
        </p:nvSpPr>
        <p:spPr>
          <a:xfrm>
            <a:off x="10073436" y="1981027"/>
            <a:ext cx="7284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Edit</a:t>
            </a:r>
            <a:endParaRPr lang="en-IN"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F21745A3-7659-B81B-B6A3-A505F7DD5F8E}"/>
              </a:ext>
            </a:extLst>
          </p:cNvPr>
          <p:cNvSpPr txBox="1"/>
          <p:nvPr/>
        </p:nvSpPr>
        <p:spPr>
          <a:xfrm>
            <a:off x="10879614" y="1960340"/>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pic>
        <p:nvPicPr>
          <p:cNvPr id="76" name="Graphic 75" descr="Earbuds">
            <a:extLst>
              <a:ext uri="{FF2B5EF4-FFF2-40B4-BE49-F238E27FC236}">
                <a16:creationId xmlns:a16="http://schemas.microsoft.com/office/drawing/2014/main" id="{C0BF58A7-02C4-9FF4-30B7-51423861646E}"/>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2545012"/>
            <a:ext cx="551134" cy="551134"/>
          </a:xfrm>
          <a:prstGeom prst="rect">
            <a:avLst/>
          </a:prstGeom>
        </p:spPr>
      </p:pic>
      <p:sp>
        <p:nvSpPr>
          <p:cNvPr id="77" name="TextBox 76">
            <a:extLst>
              <a:ext uri="{FF2B5EF4-FFF2-40B4-BE49-F238E27FC236}">
                <a16:creationId xmlns:a16="http://schemas.microsoft.com/office/drawing/2014/main" id="{BA2767B0-A6B0-ACC6-769F-07A0AE64E662}"/>
              </a:ext>
            </a:extLst>
          </p:cNvPr>
          <p:cNvSpPr txBox="1"/>
          <p:nvPr/>
        </p:nvSpPr>
        <p:spPr>
          <a:xfrm>
            <a:off x="6471092" y="2485982"/>
            <a:ext cx="1099335" cy="369332"/>
          </a:xfrm>
          <a:prstGeom prst="rect">
            <a:avLst/>
          </a:prstGeom>
          <a:noFill/>
        </p:spPr>
        <p:txBody>
          <a:bodyPr wrap="square" rtlCol="0">
            <a:spAutoFit/>
          </a:bodyPr>
          <a:lstStyle/>
          <a:p>
            <a:r>
              <a:rPr lang="en-US" dirty="0"/>
              <a:t>________</a:t>
            </a:r>
            <a:endParaRPr lang="en-IN" dirty="0"/>
          </a:p>
        </p:txBody>
      </p:sp>
      <p:pic>
        <p:nvPicPr>
          <p:cNvPr id="78" name="Graphic 77" descr="Document">
            <a:extLst>
              <a:ext uri="{FF2B5EF4-FFF2-40B4-BE49-F238E27FC236}">
                <a16:creationId xmlns:a16="http://schemas.microsoft.com/office/drawing/2014/main" id="{7A559B6C-3B7D-624C-314F-10320E4C0E9A}"/>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2530626"/>
            <a:ext cx="509970" cy="509970"/>
          </a:xfrm>
          <a:prstGeom prst="rect">
            <a:avLst/>
          </a:prstGeom>
        </p:spPr>
      </p:pic>
      <p:sp>
        <p:nvSpPr>
          <p:cNvPr id="79" name="TextBox 78">
            <a:extLst>
              <a:ext uri="{FF2B5EF4-FFF2-40B4-BE49-F238E27FC236}">
                <a16:creationId xmlns:a16="http://schemas.microsoft.com/office/drawing/2014/main" id="{BC114289-A801-9CFD-B73E-A291E61B2385}"/>
              </a:ext>
            </a:extLst>
          </p:cNvPr>
          <p:cNvSpPr txBox="1"/>
          <p:nvPr/>
        </p:nvSpPr>
        <p:spPr>
          <a:xfrm>
            <a:off x="10073436" y="2596828"/>
            <a:ext cx="7284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Edit</a:t>
            </a:r>
            <a:endParaRPr lang="en-IN" dirty="0">
              <a:latin typeface="Times New Roman" panose="02020603050405020304" pitchFamily="18" charset="0"/>
              <a:cs typeface="Times New Roman" panose="02020603050405020304" pitchFamily="18" charset="0"/>
            </a:endParaRPr>
          </a:p>
        </p:txBody>
      </p:sp>
      <p:sp>
        <p:nvSpPr>
          <p:cNvPr id="80" name="TextBox 79">
            <a:extLst>
              <a:ext uri="{FF2B5EF4-FFF2-40B4-BE49-F238E27FC236}">
                <a16:creationId xmlns:a16="http://schemas.microsoft.com/office/drawing/2014/main" id="{6F896A29-261A-15E1-8AD5-58174D9E2ECC}"/>
              </a:ext>
            </a:extLst>
          </p:cNvPr>
          <p:cNvSpPr txBox="1"/>
          <p:nvPr/>
        </p:nvSpPr>
        <p:spPr>
          <a:xfrm>
            <a:off x="10879614" y="2576141"/>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5340D2A-EF30-EEA2-B5AD-A7FD504317E4}"/>
              </a:ext>
            </a:extLst>
          </p:cNvPr>
          <p:cNvSpPr/>
          <p:nvPr/>
        </p:nvSpPr>
        <p:spPr>
          <a:xfrm>
            <a:off x="5735913" y="5717623"/>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82E52F6-8058-E492-7301-EC69E4F2D8B0}"/>
              </a:ext>
            </a:extLst>
          </p:cNvPr>
          <p:cNvSpPr txBox="1"/>
          <p:nvPr/>
        </p:nvSpPr>
        <p:spPr>
          <a:xfrm>
            <a:off x="-12859" y="5857354"/>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2"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EB7BB5A5-5601-DA8E-8C85-7641F77091E4}"/>
              </a:ext>
            </a:extLst>
          </p:cNvPr>
          <p:cNvPicPr>
            <a:picLocks noChangeAspect="1"/>
          </p:cNvPicPr>
          <p:nvPr/>
        </p:nvPicPr>
        <p:blipFill>
          <a:blip r:embed="rId33"/>
          <a:stretch>
            <a:fillRect/>
          </a:stretch>
        </p:blipFill>
        <p:spPr>
          <a:xfrm>
            <a:off x="4155931" y="209982"/>
            <a:ext cx="1040686" cy="1056335"/>
          </a:xfrm>
          <a:prstGeom prst="rect">
            <a:avLst/>
          </a:prstGeom>
        </p:spPr>
      </p:pic>
      <p:sp>
        <p:nvSpPr>
          <p:cNvPr id="57" name="TextBox 56">
            <a:extLst>
              <a:ext uri="{FF2B5EF4-FFF2-40B4-BE49-F238E27FC236}">
                <a16:creationId xmlns:a16="http://schemas.microsoft.com/office/drawing/2014/main" id="{A1A21548-F675-7994-18B2-55F49ABE8833}"/>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76012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B34F5E5A-F596-B61F-049D-CFC8DA079E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7A7FEC-EC2F-7960-C3FF-C1F9D7B85F3E}"/>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E5E8557C-E219-67D6-8D04-04F13B084CBB}"/>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75B3E6F-39EC-B235-B7BE-FF40748A462E}"/>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43E7A39-DC0B-DCA4-7167-B712829EAFD3}"/>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3100F8E-833A-9AB2-9FE7-D949617C2766}"/>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F8B3F4C8-2261-EE28-46F0-4771B1EA641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9FD49B81-8BF4-3B6A-075D-4BC795D78E3F}"/>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2D142602-826A-5B20-037D-E3DA50ADFA34}"/>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9B8A3A8E-B3D7-DCB4-A7FE-A12FDE7355D7}"/>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4A5EB2FE-01A2-7782-FE4F-36342D4CE2A7}"/>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34556E63-B5E8-9FA9-5E19-1D418E833F7A}"/>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53FBA58-D624-ADC6-6D8C-9E676102D86F}"/>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4112FA67-686F-D874-1C98-E7A788F116D8}"/>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1013F2C9-35B7-6152-E33C-E3E8236725E3}"/>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F185E3E2-F3E6-BD5F-20A8-FEAACEEC46F2}"/>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03CDEEC-8340-9671-87E3-89223D121299}"/>
              </a:ext>
            </a:extLst>
          </p:cNvPr>
          <p:cNvSpPr txBox="1"/>
          <p:nvPr/>
        </p:nvSpPr>
        <p:spPr>
          <a:xfrm>
            <a:off x="30419" y="139834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FF54CF50-9CB0-A1A1-1A74-9EDEB7F472C6}"/>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A70D68B-7D69-9AC7-3478-FFD430572DE6}"/>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F391268-B67D-A380-6EF7-2B1F25FC260B}"/>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7202EFC-88B2-F359-9BBC-9BEB5D581134}"/>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0AB1BC9B-9444-15E4-80FC-753C15569DDF}"/>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81305566-0C0F-62E6-C044-1D2794F0043F}"/>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B4456AC9-9407-1440-F384-B5E684F23766}"/>
              </a:ext>
            </a:extLst>
          </p:cNvPr>
          <p:cNvSpPr txBox="1"/>
          <p:nvPr/>
        </p:nvSpPr>
        <p:spPr>
          <a:xfrm>
            <a:off x="10273" y="3388427"/>
            <a:ext cx="1340777"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82227DB7-A645-CD2D-0E5F-C4003F901BFA}"/>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EFB4F10E-0A32-8E75-7EB7-7A8A22642853}"/>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258127FF-6643-9927-7DE2-1129BADB09BF}"/>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hlinkClick r:id="rId23" action="ppaction://hlinksldjump"/>
            <a:extLst>
              <a:ext uri="{FF2B5EF4-FFF2-40B4-BE49-F238E27FC236}">
                <a16:creationId xmlns:a16="http://schemas.microsoft.com/office/drawing/2014/main" id="{FA32A944-A426-6F4F-F3EE-0BA83B1A546D}"/>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2A4E1902-2C57-6C2C-93D8-68CF37E8BF2E}"/>
              </a:ext>
            </a:extLst>
          </p:cNvPr>
          <p:cNvGrpSpPr/>
          <p:nvPr/>
        </p:nvGrpSpPr>
        <p:grpSpPr>
          <a:xfrm>
            <a:off x="1611854" y="1827790"/>
            <a:ext cx="4650750" cy="3035888"/>
            <a:chOff x="1640999" y="1870743"/>
            <a:chExt cx="4888559" cy="3011562"/>
          </a:xfrm>
        </p:grpSpPr>
        <p:grpSp>
          <p:nvGrpSpPr>
            <p:cNvPr id="29" name="Group 28">
              <a:extLst>
                <a:ext uri="{FF2B5EF4-FFF2-40B4-BE49-F238E27FC236}">
                  <a16:creationId xmlns:a16="http://schemas.microsoft.com/office/drawing/2014/main" id="{6CA6401A-34B2-E7C4-A16E-236DC12405C2}"/>
                </a:ext>
              </a:extLst>
            </p:cNvPr>
            <p:cNvGrpSpPr/>
            <p:nvPr/>
          </p:nvGrpSpPr>
          <p:grpSpPr>
            <a:xfrm>
              <a:off x="1640999" y="1870743"/>
              <a:ext cx="4888559" cy="3011562"/>
              <a:chOff x="2171761" y="3038948"/>
              <a:chExt cx="4643973" cy="2777868"/>
            </a:xfrm>
          </p:grpSpPr>
          <p:grpSp>
            <p:nvGrpSpPr>
              <p:cNvPr id="27" name="Group 26">
                <a:extLst>
                  <a:ext uri="{FF2B5EF4-FFF2-40B4-BE49-F238E27FC236}">
                    <a16:creationId xmlns:a16="http://schemas.microsoft.com/office/drawing/2014/main" id="{94078AF5-2276-10DE-B860-CB0AA20DC2B3}"/>
                  </a:ext>
                </a:extLst>
              </p:cNvPr>
              <p:cNvGrpSpPr/>
              <p:nvPr/>
            </p:nvGrpSpPr>
            <p:grpSpPr>
              <a:xfrm>
                <a:off x="2171761" y="3038948"/>
                <a:ext cx="4643973" cy="2777868"/>
                <a:chOff x="1380643" y="1498058"/>
                <a:chExt cx="4643973" cy="2777868"/>
              </a:xfrm>
            </p:grpSpPr>
            <p:sp>
              <p:nvSpPr>
                <p:cNvPr id="25" name="TextBox 24">
                  <a:extLst>
                    <a:ext uri="{FF2B5EF4-FFF2-40B4-BE49-F238E27FC236}">
                      <a16:creationId xmlns:a16="http://schemas.microsoft.com/office/drawing/2014/main" id="{D853A0FB-B358-F974-93CF-9B2C8D6E2B09}"/>
                    </a:ext>
                  </a:extLst>
                </p:cNvPr>
                <p:cNvSpPr txBox="1"/>
                <p:nvPr/>
              </p:nvSpPr>
              <p:spPr>
                <a:xfrm>
                  <a:off x="1380643" y="1498058"/>
                  <a:ext cx="4643973" cy="2761950"/>
                </a:xfrm>
                <a:prstGeom prst="rect">
                  <a:avLst/>
                </a:prstGeom>
                <a:solidFill>
                  <a:schemeClr val="bg1">
                    <a:lumMod val="50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4391AE86-D9B1-0044-939F-0ABF85A57B4D}"/>
                    </a:ext>
                  </a:extLst>
                </p:cNvPr>
                <p:cNvSpPr txBox="1"/>
                <p:nvPr/>
              </p:nvSpPr>
              <p:spPr>
                <a:xfrm>
                  <a:off x="1555410" y="2887511"/>
                  <a:ext cx="979662" cy="36826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Topic</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72AB97C2-85FE-627C-DC31-C921E01FECCD}"/>
                    </a:ext>
                  </a:extLst>
                </p:cNvPr>
                <p:cNvSpPr/>
                <p:nvPr/>
              </p:nvSpPr>
              <p:spPr>
                <a:xfrm>
                  <a:off x="1419980" y="1590528"/>
                  <a:ext cx="1083045" cy="42242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A783B803-043A-27D9-24CA-342044B5712F}"/>
                    </a:ext>
                  </a:extLst>
                </p:cNvPr>
                <p:cNvSpPr/>
                <p:nvPr/>
              </p:nvSpPr>
              <p:spPr>
                <a:xfrm>
                  <a:off x="2636049" y="1620388"/>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37BA5CA2-11CD-6B7D-A166-36F63293D805}"/>
                    </a:ext>
                  </a:extLst>
                </p:cNvPr>
                <p:cNvSpPr/>
                <p:nvPr/>
              </p:nvSpPr>
              <p:spPr>
                <a:xfrm>
                  <a:off x="1452027" y="2160728"/>
                  <a:ext cx="856284" cy="36610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Unit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1575F790-DBEE-7206-C29C-9C44EB30F4DD}"/>
                    </a:ext>
                  </a:extLst>
                </p:cNvPr>
                <p:cNvSpPr/>
                <p:nvPr/>
              </p:nvSpPr>
              <p:spPr>
                <a:xfrm>
                  <a:off x="2636049" y="224108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2F278269-6E1D-948A-01D4-F26BCDFEC7D3}"/>
                    </a:ext>
                  </a:extLst>
                </p:cNvPr>
                <p:cNvSpPr/>
                <p:nvPr/>
              </p:nvSpPr>
              <p:spPr>
                <a:xfrm>
                  <a:off x="2660363" y="2899710"/>
                  <a:ext cx="3284306" cy="3682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3821329B-0563-C608-45C8-48212349ADB9}"/>
                    </a:ext>
                  </a:extLst>
                </p:cNvPr>
                <p:cNvSpPr/>
                <p:nvPr/>
              </p:nvSpPr>
              <p:spPr>
                <a:xfrm rot="10800000">
                  <a:off x="5540136" y="1704360"/>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247E2AB5-D287-8D64-4E3A-E79593CEC1A8}"/>
                    </a:ext>
                  </a:extLst>
                </p:cNvPr>
                <p:cNvSpPr/>
                <p:nvPr/>
              </p:nvSpPr>
              <p:spPr>
                <a:xfrm rot="10800000">
                  <a:off x="5592536" y="2932714"/>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5001F9FF-3906-BD49-B437-4E54F77D62C8}"/>
                    </a:ext>
                  </a:extLst>
                </p:cNvPr>
                <p:cNvSpPr/>
                <p:nvPr/>
              </p:nvSpPr>
              <p:spPr>
                <a:xfrm>
                  <a:off x="2711573" y="3712672"/>
                  <a:ext cx="1360995" cy="341187"/>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Upload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89104F3-9048-0E7A-3595-71002D7DFF39}"/>
                    </a:ext>
                  </a:extLst>
                </p:cNvPr>
                <p:cNvSpPr txBox="1"/>
                <p:nvPr/>
              </p:nvSpPr>
              <p:spPr>
                <a:xfrm>
                  <a:off x="1580395" y="3684527"/>
                  <a:ext cx="1941816" cy="59139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File</a:t>
                  </a:r>
                </a:p>
                <a:p>
                  <a:r>
                    <a:rPr lang="en-US" dirty="0">
                      <a:solidFill>
                        <a:schemeClr val="bg1"/>
                      </a:solidFill>
                      <a:latin typeface="Times New Roman" panose="02020603050405020304" pitchFamily="18" charset="0"/>
                      <a:cs typeface="Times New Roman" panose="02020603050405020304" pitchFamily="18" charset="0"/>
                    </a:rPr>
                    <a:t>.pdf</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8" name="Graphic 17" descr="Paperclip">
                  <a:extLst>
                    <a:ext uri="{FF2B5EF4-FFF2-40B4-BE49-F238E27FC236}">
                      <a16:creationId xmlns:a16="http://schemas.microsoft.com/office/drawing/2014/main" id="{580BE158-5CD1-89FC-022B-12988989C26B}"/>
                    </a:ext>
                  </a:extLst>
                </p:cNvPr>
                <p:cNvPicPr>
                  <a:picLocks noChangeAspect="1"/>
                </p:cNvPicPr>
                <p:nvPr/>
              </p:nvPicPr>
              <p:blipFill>
                <a:blip r:embed="rId24">
                  <a:extLst>
                    <a:ext uri="{96DAC541-7B7A-43D3-8B79-37D633B846F1}">
                      <asvg:svgBlip xmlns:asvg="http://schemas.microsoft.com/office/drawing/2016/SVG/main" xmlns="" r:embed="rId25"/>
                    </a:ext>
                  </a:extLst>
                </a:blip>
                <a:stretch>
                  <a:fillRect/>
                </a:stretch>
              </p:blipFill>
              <p:spPr>
                <a:xfrm>
                  <a:off x="2014715" y="3712672"/>
                  <a:ext cx="369332" cy="369332"/>
                </a:xfrm>
                <a:prstGeom prst="rect">
                  <a:avLst/>
                </a:prstGeom>
              </p:spPr>
            </p:pic>
            <p:pic>
              <p:nvPicPr>
                <p:cNvPr id="21" name="Graphic 20" descr="Download">
                  <a:extLst>
                    <a:ext uri="{FF2B5EF4-FFF2-40B4-BE49-F238E27FC236}">
                      <a16:creationId xmlns:a16="http://schemas.microsoft.com/office/drawing/2014/main" id="{5E4D04BF-C4D5-B73E-F8B4-1AF9CD421ED5}"/>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rot="10800000">
                  <a:off x="4019213" y="3668737"/>
                  <a:ext cx="457200" cy="457200"/>
                </a:xfrm>
                <a:prstGeom prst="rect">
                  <a:avLst/>
                </a:prstGeom>
              </p:spPr>
            </p:pic>
          </p:grpSp>
          <p:sp>
            <p:nvSpPr>
              <p:cNvPr id="50" name="Isosceles Triangle 49">
                <a:extLst>
                  <a:ext uri="{FF2B5EF4-FFF2-40B4-BE49-F238E27FC236}">
                    <a16:creationId xmlns:a16="http://schemas.microsoft.com/office/drawing/2014/main" id="{388CAAFE-B296-FBE7-AE60-00B374C38475}"/>
                  </a:ext>
                </a:extLst>
              </p:cNvPr>
              <p:cNvSpPr/>
              <p:nvPr/>
            </p:nvSpPr>
            <p:spPr>
              <a:xfrm rot="10800000">
                <a:off x="6343420" y="385757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pSp>
        <p:sp>
          <p:nvSpPr>
            <p:cNvPr id="42" name="Rectangle 41">
              <a:extLst>
                <a:ext uri="{FF2B5EF4-FFF2-40B4-BE49-F238E27FC236}">
                  <a16:creationId xmlns:a16="http://schemas.microsoft.com/office/drawing/2014/main" id="{213FB80B-892A-4F1B-C293-965C968C5587}"/>
                </a:ext>
              </a:extLst>
            </p:cNvPr>
            <p:cNvSpPr/>
            <p:nvPr/>
          </p:nvSpPr>
          <p:spPr>
            <a:xfrm>
              <a:off x="4993762" y="4241154"/>
              <a:ext cx="1400854" cy="391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Delete</a:t>
              </a:r>
              <a:endParaRPr lang="en-IN" dirty="0">
                <a:solidFill>
                  <a:schemeClr val="bg1"/>
                </a:solidFill>
                <a:latin typeface="Times New Roman" panose="02020603050405020304" pitchFamily="18" charset="0"/>
                <a:cs typeface="Times New Roman" panose="02020603050405020304" pitchFamily="18" charset="0"/>
              </a:endParaRPr>
            </a:p>
          </p:txBody>
        </p:sp>
      </p:grpSp>
      <p:sp>
        <p:nvSpPr>
          <p:cNvPr id="43" name="Rectangle 42">
            <a:extLst>
              <a:ext uri="{FF2B5EF4-FFF2-40B4-BE49-F238E27FC236}">
                <a16:creationId xmlns:a16="http://schemas.microsoft.com/office/drawing/2014/main" id="{330AE331-B029-F558-E30A-AA5C2A6F65B1}"/>
              </a:ext>
            </a:extLst>
          </p:cNvPr>
          <p:cNvSpPr/>
          <p:nvPr/>
        </p:nvSpPr>
        <p:spPr>
          <a:xfrm>
            <a:off x="6486195" y="1835446"/>
            <a:ext cx="5539332" cy="3048375"/>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53" name="TextBox 52">
            <a:extLst>
              <a:ext uri="{FF2B5EF4-FFF2-40B4-BE49-F238E27FC236}">
                <a16:creationId xmlns:a16="http://schemas.microsoft.com/office/drawing/2014/main" id="{43FE6EFC-A32A-A48C-4CA0-10CFE06B5DD2}"/>
              </a:ext>
            </a:extLst>
          </p:cNvPr>
          <p:cNvSpPr txBox="1"/>
          <p:nvPr/>
        </p:nvSpPr>
        <p:spPr>
          <a:xfrm>
            <a:off x="6713531" y="1484885"/>
            <a:ext cx="981814" cy="369332"/>
          </a:xfrm>
          <a:prstGeom prst="rect">
            <a:avLst/>
          </a:prstGeom>
          <a:noFill/>
        </p:spPr>
        <p:txBody>
          <a:bodyPr wrap="square" rtlCol="0">
            <a:spAutoFit/>
          </a:bodyPr>
          <a:lstStyle/>
          <a:p>
            <a:r>
              <a:rPr lang="en-US" dirty="0">
                <a:solidFill>
                  <a:schemeClr val="bg1"/>
                </a:solidFill>
              </a:rPr>
              <a:t>Topic</a:t>
            </a:r>
            <a:endParaRPr lang="en-IN" dirty="0">
              <a:solidFill>
                <a:schemeClr val="bg1"/>
              </a:solidFill>
            </a:endParaRPr>
          </a:p>
        </p:txBody>
      </p:sp>
      <p:sp>
        <p:nvSpPr>
          <p:cNvPr id="55" name="TextBox 54">
            <a:extLst>
              <a:ext uri="{FF2B5EF4-FFF2-40B4-BE49-F238E27FC236}">
                <a16:creationId xmlns:a16="http://schemas.microsoft.com/office/drawing/2014/main" id="{6C8CA4DF-EB17-4F0C-83E8-ABB92B992C62}"/>
              </a:ext>
            </a:extLst>
          </p:cNvPr>
          <p:cNvSpPr txBox="1"/>
          <p:nvPr/>
        </p:nvSpPr>
        <p:spPr>
          <a:xfrm>
            <a:off x="7640642" y="1486771"/>
            <a:ext cx="1299864" cy="369332"/>
          </a:xfrm>
          <a:prstGeom prst="rect">
            <a:avLst/>
          </a:prstGeom>
          <a:noFill/>
        </p:spPr>
        <p:txBody>
          <a:bodyPr wrap="square" rtlCol="0">
            <a:spAutoFit/>
          </a:bodyPr>
          <a:lstStyle/>
          <a:p>
            <a:r>
              <a:rPr lang="en-US" dirty="0">
                <a:solidFill>
                  <a:schemeClr val="bg1"/>
                </a:solidFill>
              </a:rPr>
              <a:t>Question</a:t>
            </a:r>
            <a:endParaRPr lang="en-IN" dirty="0">
              <a:solidFill>
                <a:schemeClr val="bg1"/>
              </a:solidFill>
            </a:endParaRPr>
          </a:p>
        </p:txBody>
      </p:sp>
      <p:sp>
        <p:nvSpPr>
          <p:cNvPr id="56" name="TextBox 55">
            <a:extLst>
              <a:ext uri="{FF2B5EF4-FFF2-40B4-BE49-F238E27FC236}">
                <a16:creationId xmlns:a16="http://schemas.microsoft.com/office/drawing/2014/main" id="{7100F861-46C4-9D9E-3ACE-A47077080D64}"/>
              </a:ext>
            </a:extLst>
          </p:cNvPr>
          <p:cNvSpPr txBox="1"/>
          <p:nvPr/>
        </p:nvSpPr>
        <p:spPr>
          <a:xfrm>
            <a:off x="8948057" y="1476780"/>
            <a:ext cx="1167754" cy="369332"/>
          </a:xfrm>
          <a:prstGeom prst="rect">
            <a:avLst/>
          </a:prstGeom>
          <a:noFill/>
        </p:spPr>
        <p:txBody>
          <a:bodyPr wrap="square" rtlCol="0">
            <a:spAutoFit/>
          </a:bodyPr>
          <a:lstStyle/>
          <a:p>
            <a:r>
              <a:rPr lang="en-US" dirty="0">
                <a:solidFill>
                  <a:schemeClr val="bg1"/>
                </a:solidFill>
              </a:rPr>
              <a:t>Audio File</a:t>
            </a:r>
            <a:endParaRPr lang="en-IN" dirty="0">
              <a:solidFill>
                <a:schemeClr val="bg1"/>
              </a:solidFill>
            </a:endParaRPr>
          </a:p>
        </p:txBody>
      </p:sp>
      <p:pic>
        <p:nvPicPr>
          <p:cNvPr id="65" name="Graphic 64" descr="Earbuds">
            <a:extLst>
              <a:ext uri="{FF2B5EF4-FFF2-40B4-BE49-F238E27FC236}">
                <a16:creationId xmlns:a16="http://schemas.microsoft.com/office/drawing/2014/main" id="{802A872B-D870-61B1-386B-A64C469A04F3}"/>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1929211"/>
            <a:ext cx="551134" cy="551134"/>
          </a:xfrm>
          <a:prstGeom prst="rect">
            <a:avLst/>
          </a:prstGeom>
        </p:spPr>
      </p:pic>
      <p:sp>
        <p:nvSpPr>
          <p:cNvPr id="69" name="TextBox 68">
            <a:extLst>
              <a:ext uri="{FF2B5EF4-FFF2-40B4-BE49-F238E27FC236}">
                <a16:creationId xmlns:a16="http://schemas.microsoft.com/office/drawing/2014/main" id="{FEED3E00-2310-89A8-D49F-0F87C812B0CE}"/>
              </a:ext>
            </a:extLst>
          </p:cNvPr>
          <p:cNvSpPr txBox="1"/>
          <p:nvPr/>
        </p:nvSpPr>
        <p:spPr>
          <a:xfrm>
            <a:off x="6471092" y="1870181"/>
            <a:ext cx="1099335" cy="369332"/>
          </a:xfrm>
          <a:prstGeom prst="rect">
            <a:avLst/>
          </a:prstGeom>
          <a:noFill/>
        </p:spPr>
        <p:txBody>
          <a:bodyPr wrap="square" rtlCol="0">
            <a:spAutoFit/>
          </a:bodyPr>
          <a:lstStyle/>
          <a:p>
            <a:r>
              <a:rPr lang="en-US" dirty="0"/>
              <a:t>________</a:t>
            </a:r>
            <a:endParaRPr lang="en-IN" dirty="0"/>
          </a:p>
        </p:txBody>
      </p:sp>
      <p:pic>
        <p:nvPicPr>
          <p:cNvPr id="71" name="Graphic 70" descr="Document">
            <a:extLst>
              <a:ext uri="{FF2B5EF4-FFF2-40B4-BE49-F238E27FC236}">
                <a16:creationId xmlns:a16="http://schemas.microsoft.com/office/drawing/2014/main" id="{0AC8EB9D-0A12-4BD5-D830-D8D187B21E31}"/>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1914825"/>
            <a:ext cx="509970" cy="509970"/>
          </a:xfrm>
          <a:prstGeom prst="rect">
            <a:avLst/>
          </a:prstGeom>
        </p:spPr>
      </p:pic>
      <p:sp>
        <p:nvSpPr>
          <p:cNvPr id="72" name="TextBox 71">
            <a:extLst>
              <a:ext uri="{FF2B5EF4-FFF2-40B4-BE49-F238E27FC236}">
                <a16:creationId xmlns:a16="http://schemas.microsoft.com/office/drawing/2014/main" id="{CF1C827D-5B5A-D2FE-A54C-E6B162B67A46}"/>
              </a:ext>
            </a:extLst>
          </p:cNvPr>
          <p:cNvSpPr txBox="1"/>
          <p:nvPr/>
        </p:nvSpPr>
        <p:spPr>
          <a:xfrm>
            <a:off x="2862002" y="5000782"/>
            <a:ext cx="2195437"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 upload new files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FA1DD557-C319-650B-55DB-A57FC601400E}"/>
              </a:ext>
            </a:extLst>
          </p:cNvPr>
          <p:cNvSpPr txBox="1"/>
          <p:nvPr/>
        </p:nvSpPr>
        <p:spPr>
          <a:xfrm>
            <a:off x="8160234" y="5000782"/>
            <a:ext cx="2509103"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 View/Edit files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AFAD259F-0711-6233-E8FC-91C168AB5B35}"/>
              </a:ext>
            </a:extLst>
          </p:cNvPr>
          <p:cNvSpPr txBox="1"/>
          <p:nvPr/>
        </p:nvSpPr>
        <p:spPr>
          <a:xfrm>
            <a:off x="10073436" y="1981027"/>
            <a:ext cx="728412"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Edit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081B5FD3-F87C-A43C-291B-84AABCA37AAE}"/>
              </a:ext>
            </a:extLst>
          </p:cNvPr>
          <p:cNvSpPr txBox="1"/>
          <p:nvPr/>
        </p:nvSpPr>
        <p:spPr>
          <a:xfrm>
            <a:off x="10879614" y="1960340"/>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pic>
        <p:nvPicPr>
          <p:cNvPr id="76" name="Graphic 75" descr="Earbuds">
            <a:extLst>
              <a:ext uri="{FF2B5EF4-FFF2-40B4-BE49-F238E27FC236}">
                <a16:creationId xmlns:a16="http://schemas.microsoft.com/office/drawing/2014/main" id="{892B1079-3C0D-6E08-376A-3D3D2C9000F9}"/>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2545012"/>
            <a:ext cx="551134" cy="551134"/>
          </a:xfrm>
          <a:prstGeom prst="rect">
            <a:avLst/>
          </a:prstGeom>
        </p:spPr>
      </p:pic>
      <p:sp>
        <p:nvSpPr>
          <p:cNvPr id="77" name="TextBox 76">
            <a:extLst>
              <a:ext uri="{FF2B5EF4-FFF2-40B4-BE49-F238E27FC236}">
                <a16:creationId xmlns:a16="http://schemas.microsoft.com/office/drawing/2014/main" id="{7C5DD830-DA8F-626B-C873-89EA22311ADE}"/>
              </a:ext>
            </a:extLst>
          </p:cNvPr>
          <p:cNvSpPr txBox="1"/>
          <p:nvPr/>
        </p:nvSpPr>
        <p:spPr>
          <a:xfrm>
            <a:off x="6471092" y="2485982"/>
            <a:ext cx="1099335" cy="369332"/>
          </a:xfrm>
          <a:prstGeom prst="rect">
            <a:avLst/>
          </a:prstGeom>
          <a:noFill/>
        </p:spPr>
        <p:txBody>
          <a:bodyPr wrap="square" rtlCol="0">
            <a:spAutoFit/>
          </a:bodyPr>
          <a:lstStyle/>
          <a:p>
            <a:r>
              <a:rPr lang="en-US" dirty="0"/>
              <a:t>________</a:t>
            </a:r>
            <a:endParaRPr lang="en-IN" dirty="0"/>
          </a:p>
        </p:txBody>
      </p:sp>
      <p:pic>
        <p:nvPicPr>
          <p:cNvPr id="78" name="Graphic 77" descr="Document">
            <a:extLst>
              <a:ext uri="{FF2B5EF4-FFF2-40B4-BE49-F238E27FC236}">
                <a16:creationId xmlns:a16="http://schemas.microsoft.com/office/drawing/2014/main" id="{F7DF3904-3394-6BFC-B623-7C40B0E5E90D}"/>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2530626"/>
            <a:ext cx="509970" cy="509970"/>
          </a:xfrm>
          <a:prstGeom prst="rect">
            <a:avLst/>
          </a:prstGeom>
        </p:spPr>
      </p:pic>
      <p:sp>
        <p:nvSpPr>
          <p:cNvPr id="79" name="TextBox 78">
            <a:extLst>
              <a:ext uri="{FF2B5EF4-FFF2-40B4-BE49-F238E27FC236}">
                <a16:creationId xmlns:a16="http://schemas.microsoft.com/office/drawing/2014/main" id="{62726CB9-1667-1378-EA79-2D2A2B48DB37}"/>
              </a:ext>
            </a:extLst>
          </p:cNvPr>
          <p:cNvSpPr txBox="1"/>
          <p:nvPr/>
        </p:nvSpPr>
        <p:spPr>
          <a:xfrm>
            <a:off x="10073436" y="2596828"/>
            <a:ext cx="728412"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Edit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80" name="TextBox 79">
            <a:extLst>
              <a:ext uri="{FF2B5EF4-FFF2-40B4-BE49-F238E27FC236}">
                <a16:creationId xmlns:a16="http://schemas.microsoft.com/office/drawing/2014/main" id="{89E655CB-EC65-41A8-3C3C-0F3A92CCBF36}"/>
              </a:ext>
            </a:extLst>
          </p:cNvPr>
          <p:cNvSpPr txBox="1"/>
          <p:nvPr/>
        </p:nvSpPr>
        <p:spPr>
          <a:xfrm>
            <a:off x="10879614" y="2576141"/>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A72EF826-6373-30EB-A875-D846174344BD}"/>
              </a:ext>
            </a:extLst>
          </p:cNvPr>
          <p:cNvSpPr/>
          <p:nvPr/>
        </p:nvSpPr>
        <p:spPr>
          <a:xfrm>
            <a:off x="5735913" y="5717623"/>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03650E68-5D3F-50E6-694B-1DE2DA112BA5}"/>
              </a:ext>
            </a:extLst>
          </p:cNvPr>
          <p:cNvSpPr txBox="1"/>
          <p:nvPr/>
        </p:nvSpPr>
        <p:spPr>
          <a:xfrm>
            <a:off x="303087" y="3853155"/>
            <a:ext cx="113229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2" action="ppaction://hlinksldjump">
                  <a:extLst>
                    <a:ext uri="{A12FA001-AC4F-418D-AE19-62706E023703}">
                      <ahyp:hlinkClr xmlns:ahyp="http://schemas.microsoft.com/office/drawing/2018/hyperlinkcolor" xmlns="" val="tx"/>
                    </a:ext>
                  </a:extLst>
                </a:hlinkClick>
              </a:rPr>
              <a:t>Evaluate</a:t>
            </a:r>
            <a:endParaRPr lang="en-IN"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ABE8F65A-A244-CB22-023C-9840669B50E1}"/>
              </a:ext>
            </a:extLst>
          </p:cNvPr>
          <p:cNvSpPr txBox="1"/>
          <p:nvPr/>
        </p:nvSpPr>
        <p:spPr>
          <a:xfrm>
            <a:off x="47466" y="6031719"/>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3"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pic>
        <p:nvPicPr>
          <p:cNvPr id="58" name="Picture 57">
            <a:extLst>
              <a:ext uri="{FF2B5EF4-FFF2-40B4-BE49-F238E27FC236}">
                <a16:creationId xmlns:a16="http://schemas.microsoft.com/office/drawing/2014/main" id="{F6C86F51-DCA3-8002-6514-69CEBCD82964}"/>
              </a:ext>
            </a:extLst>
          </p:cNvPr>
          <p:cNvPicPr>
            <a:picLocks noChangeAspect="1"/>
          </p:cNvPicPr>
          <p:nvPr/>
        </p:nvPicPr>
        <p:blipFill>
          <a:blip r:embed="rId34"/>
          <a:stretch>
            <a:fillRect/>
          </a:stretch>
        </p:blipFill>
        <p:spPr>
          <a:xfrm>
            <a:off x="4155931" y="209982"/>
            <a:ext cx="1040686" cy="1056335"/>
          </a:xfrm>
          <a:prstGeom prst="rect">
            <a:avLst/>
          </a:prstGeom>
        </p:spPr>
      </p:pic>
      <p:sp>
        <p:nvSpPr>
          <p:cNvPr id="59" name="TextBox 58">
            <a:extLst>
              <a:ext uri="{FF2B5EF4-FFF2-40B4-BE49-F238E27FC236}">
                <a16:creationId xmlns:a16="http://schemas.microsoft.com/office/drawing/2014/main" id="{69459A17-3608-0692-9DC7-5A5B4771627E}"/>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006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98E63D06-7D2B-BCFE-1A60-CAF36DF0AB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24CBA2-2E18-270D-59CE-F1BF9573FA35}"/>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E14C2FE1-FD58-BB03-1AB8-17740934F48E}"/>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5CA8D1E-630F-D567-9166-2A8CDCBF185B}"/>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BD3FB34-D214-53AE-4662-61A1152C9A94}"/>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B93BF57-F0A0-EB90-D829-E55EEEF62C1D}"/>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8B5F64D6-F894-5994-489D-B72BAF4F9F58}"/>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3121188F-2813-6621-F862-116B8B87D826}"/>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60BF6A46-B127-8F6E-B367-D0997BA99AB2}"/>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C54DE62E-B097-E196-C85D-2955E16ECBE3}"/>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DAE5BB7A-E44F-EFE8-2793-CD4EB5E54E40}"/>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37E51B4A-A2DB-4CF7-4DE2-CB8C5F741B46}"/>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A250EAA-E716-F7E7-4E76-BE76875138CE}"/>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F6412E30-C4B8-8985-3EA3-0559955B44A6}"/>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65712C35-CBB6-5773-88D7-227AB3FAC7FA}"/>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E1F5A329-7CC5-3B1F-7B79-AD5A4F9B9B19}"/>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13E6141-7B93-A79A-702E-DCA326CE57A0}"/>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3A40FFE1-5017-B381-8C3B-1F0A2CB84B84}"/>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B5144B-2784-0849-89FA-537FDA106765}"/>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47576B-0DB6-61AF-1960-DCDD22FC0706}"/>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82F4F0F-138B-602D-981B-F51E65F85695}"/>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52F7DC84-87C4-A82D-F0DD-DCC4A84CFF11}"/>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15699DD7-E4F5-842F-6D10-10B08DC1116F}"/>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BE1435FF-BEEB-031C-2F31-3BF1273C155E}"/>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95C40F52-EFAD-6220-D141-6480D20D1823}"/>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1D08D82C-4503-EA30-FFAA-DA60D8D0B429}"/>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AE816723-3E9F-5157-DED8-A9EBC7C7346B}"/>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hlinkClick r:id="rId23" action="ppaction://hlinksldjump"/>
            <a:extLst>
              <a:ext uri="{FF2B5EF4-FFF2-40B4-BE49-F238E27FC236}">
                <a16:creationId xmlns:a16="http://schemas.microsoft.com/office/drawing/2014/main" id="{AB188638-3B27-BD83-DE87-B029A0B42533}"/>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11B6094D-48C5-9194-B7C0-72BFFDAE0264}"/>
              </a:ext>
            </a:extLst>
          </p:cNvPr>
          <p:cNvSpPr/>
          <p:nvPr/>
        </p:nvSpPr>
        <p:spPr>
          <a:xfrm>
            <a:off x="6018719" y="4784427"/>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4413A3CA-367C-A7C0-FDA4-09D792503AC5}"/>
              </a:ext>
            </a:extLst>
          </p:cNvPr>
          <p:cNvSpPr txBox="1"/>
          <p:nvPr/>
        </p:nvSpPr>
        <p:spPr>
          <a:xfrm>
            <a:off x="192133" y="3849771"/>
            <a:ext cx="1132298"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Evaluate</a:t>
            </a:r>
            <a:endParaRPr lang="en-IN"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5EE51D57-DE2A-2E6A-FB39-CA8158AC0C2B}"/>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graphicFrame>
        <p:nvGraphicFramePr>
          <p:cNvPr id="57" name="Table 56">
            <a:extLst>
              <a:ext uri="{FF2B5EF4-FFF2-40B4-BE49-F238E27FC236}">
                <a16:creationId xmlns:a16="http://schemas.microsoft.com/office/drawing/2014/main" id="{EF812046-D78A-0A20-0E63-9538507B90C2}"/>
              </a:ext>
            </a:extLst>
          </p:cNvPr>
          <p:cNvGraphicFramePr>
            <a:graphicFrameLocks noGrp="1"/>
          </p:cNvGraphicFramePr>
          <p:nvPr>
            <p:extLst>
              <p:ext uri="{D42A27DB-BD31-4B8C-83A1-F6EECF244321}">
                <p14:modId xmlns:p14="http://schemas.microsoft.com/office/powerpoint/2010/main" val="1781461949"/>
              </p:ext>
            </p:extLst>
          </p:nvPr>
        </p:nvGraphicFramePr>
        <p:xfrm>
          <a:off x="1658755" y="1685698"/>
          <a:ext cx="10304180" cy="2364630"/>
        </p:xfrm>
        <a:graphic>
          <a:graphicData uri="http://schemas.openxmlformats.org/drawingml/2006/table">
            <a:tbl>
              <a:tblPr firstRow="1" bandRow="1">
                <a:tableStyleId>{5940675A-B579-460E-94D1-54222C63F5DA}</a:tableStyleId>
              </a:tblPr>
              <a:tblGrid>
                <a:gridCol w="917173">
                  <a:extLst>
                    <a:ext uri="{9D8B030D-6E8A-4147-A177-3AD203B41FA5}">
                      <a16:colId xmlns:a16="http://schemas.microsoft.com/office/drawing/2014/main" val="865568936"/>
                    </a:ext>
                  </a:extLst>
                </a:gridCol>
                <a:gridCol w="1328544">
                  <a:extLst>
                    <a:ext uri="{9D8B030D-6E8A-4147-A177-3AD203B41FA5}">
                      <a16:colId xmlns:a16="http://schemas.microsoft.com/office/drawing/2014/main" val="762149433"/>
                    </a:ext>
                  </a:extLst>
                </a:gridCol>
                <a:gridCol w="2044917">
                  <a:extLst>
                    <a:ext uri="{9D8B030D-6E8A-4147-A177-3AD203B41FA5}">
                      <a16:colId xmlns:a16="http://schemas.microsoft.com/office/drawing/2014/main" val="3206429437"/>
                    </a:ext>
                  </a:extLst>
                </a:gridCol>
                <a:gridCol w="1706267">
                  <a:extLst>
                    <a:ext uri="{9D8B030D-6E8A-4147-A177-3AD203B41FA5}">
                      <a16:colId xmlns:a16="http://schemas.microsoft.com/office/drawing/2014/main" val="694394158"/>
                    </a:ext>
                  </a:extLst>
                </a:gridCol>
                <a:gridCol w="1536944">
                  <a:extLst>
                    <a:ext uri="{9D8B030D-6E8A-4147-A177-3AD203B41FA5}">
                      <a16:colId xmlns:a16="http://schemas.microsoft.com/office/drawing/2014/main" val="2984980091"/>
                    </a:ext>
                  </a:extLst>
                </a:gridCol>
                <a:gridCol w="1298309">
                  <a:extLst>
                    <a:ext uri="{9D8B030D-6E8A-4147-A177-3AD203B41FA5}">
                      <a16:colId xmlns:a16="http://schemas.microsoft.com/office/drawing/2014/main" val="595962606"/>
                    </a:ext>
                  </a:extLst>
                </a:gridCol>
                <a:gridCol w="1472026">
                  <a:extLst>
                    <a:ext uri="{9D8B030D-6E8A-4147-A177-3AD203B41FA5}">
                      <a16:colId xmlns:a16="http://schemas.microsoft.com/office/drawing/2014/main" val="3463120780"/>
                    </a:ext>
                  </a:extLst>
                </a:gridCol>
              </a:tblGrid>
              <a:tr h="394105">
                <a:tc>
                  <a:txBody>
                    <a:bodyPr/>
                    <a:lstStyle/>
                    <a:p>
                      <a:r>
                        <a:rPr lang="en-US" dirty="0" err="1">
                          <a:solidFill>
                            <a:schemeClr val="bg1"/>
                          </a:solidFill>
                          <a:latin typeface="Times New Roman" panose="02020603050405020304" pitchFamily="18" charset="0"/>
                          <a:cs typeface="Times New Roman" panose="02020603050405020304" pitchFamily="18" charset="0"/>
                        </a:rPr>
                        <a:t>S.No</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Reg. No.</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Student Name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Assignment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Download</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Score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Remarks</a:t>
                      </a:r>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6378703"/>
                  </a:ext>
                </a:extLst>
              </a:tr>
              <a:tr h="394105">
                <a:tc>
                  <a:txBody>
                    <a:bodyPr/>
                    <a:lstStyle/>
                    <a:p>
                      <a:endParaRPr lang="en-IN"/>
                    </a:p>
                  </a:txBody>
                  <a:tcPr/>
                </a:tc>
                <a:tc>
                  <a:txBody>
                    <a:bodyPr/>
                    <a:lstStyle/>
                    <a:p>
                      <a:endParaRPr lang="en-IN"/>
                    </a:p>
                  </a:txBody>
                  <a:tcPr/>
                </a:tc>
                <a:tc>
                  <a:txBody>
                    <a:bodyPr/>
                    <a:lstStyle/>
                    <a:p>
                      <a:endParaRPr lang="en-IN"/>
                    </a:p>
                  </a:txBody>
                  <a:tcPr/>
                </a:tc>
                <a:tc>
                  <a:txBody>
                    <a:bodyPr/>
                    <a:lstStyle/>
                    <a:p>
                      <a:r>
                        <a:rPr lang="en-US" dirty="0"/>
                        <a:t>             </a:t>
                      </a:r>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19585994"/>
                  </a:ext>
                </a:extLst>
              </a:tr>
              <a:tr h="39410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34219853"/>
                  </a:ext>
                </a:extLst>
              </a:tr>
              <a:tr h="39410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60345844"/>
                  </a:ext>
                </a:extLst>
              </a:tr>
              <a:tr h="39410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235778605"/>
                  </a:ext>
                </a:extLst>
              </a:tr>
              <a:tr h="394105">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697208564"/>
                  </a:ext>
                </a:extLst>
              </a:tr>
            </a:tbl>
          </a:graphicData>
        </a:graphic>
      </p:graphicFrame>
      <p:pic>
        <p:nvPicPr>
          <p:cNvPr id="59" name="Graphic 58" descr="Earbuds">
            <a:extLst>
              <a:ext uri="{FF2B5EF4-FFF2-40B4-BE49-F238E27FC236}">
                <a16:creationId xmlns:a16="http://schemas.microsoft.com/office/drawing/2014/main" id="{2517065B-A4F5-B94C-993C-3C48D1A0E267}"/>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6606821" y="2105352"/>
            <a:ext cx="369332" cy="369332"/>
          </a:xfrm>
          <a:prstGeom prst="rect">
            <a:avLst/>
          </a:prstGeom>
        </p:spPr>
      </p:pic>
      <p:pic>
        <p:nvPicPr>
          <p:cNvPr id="61" name="Graphic 60" descr="Download">
            <a:extLst>
              <a:ext uri="{FF2B5EF4-FFF2-40B4-BE49-F238E27FC236}">
                <a16:creationId xmlns:a16="http://schemas.microsoft.com/office/drawing/2014/main" id="{18E7CDD5-8E08-0E25-527F-ACD174B05626}"/>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8182348" y="2026074"/>
            <a:ext cx="457200" cy="457200"/>
          </a:xfrm>
          <a:prstGeom prst="rect">
            <a:avLst/>
          </a:prstGeom>
        </p:spPr>
      </p:pic>
      <p:pic>
        <p:nvPicPr>
          <p:cNvPr id="62" name="Picture 61">
            <a:extLst>
              <a:ext uri="{FF2B5EF4-FFF2-40B4-BE49-F238E27FC236}">
                <a16:creationId xmlns:a16="http://schemas.microsoft.com/office/drawing/2014/main" id="{14750AC5-39DF-0FF6-DE66-A4E928BA9920}"/>
              </a:ext>
            </a:extLst>
          </p:cNvPr>
          <p:cNvPicPr>
            <a:picLocks noChangeAspect="1"/>
          </p:cNvPicPr>
          <p:nvPr/>
        </p:nvPicPr>
        <p:blipFill>
          <a:blip r:embed="rId30"/>
          <a:stretch>
            <a:fillRect/>
          </a:stretch>
        </p:blipFill>
        <p:spPr>
          <a:xfrm>
            <a:off x="4155931" y="209982"/>
            <a:ext cx="1040686" cy="1056335"/>
          </a:xfrm>
          <a:prstGeom prst="rect">
            <a:avLst/>
          </a:prstGeom>
        </p:spPr>
      </p:pic>
      <p:sp>
        <p:nvSpPr>
          <p:cNvPr id="63" name="TextBox 62">
            <a:extLst>
              <a:ext uri="{FF2B5EF4-FFF2-40B4-BE49-F238E27FC236}">
                <a16:creationId xmlns:a16="http://schemas.microsoft.com/office/drawing/2014/main" id="{CB76356D-4C76-4423-D0EC-970CA03087E0}"/>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110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EDD70E4C-EE52-68AF-4ADE-00F3824D90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E55574-7189-0415-A270-31789D44FFB8}"/>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ACABE723-7998-D0ED-63CC-1F656502D7B4}"/>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8DFAD7F-DC78-0810-2533-6545142370BE}"/>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8D6DC5-91FA-19A6-706A-A3027A2D95A9}"/>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546B1A3-1114-02AC-33B7-D4903FF072B9}"/>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F3A151EC-5932-2728-4F8F-F97B8C94E7CF}"/>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D7CF91FC-EC2A-D3E4-80DB-72029E1975F7}"/>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A40620A9-EE19-F9BB-CE5E-F166A802A9E6}"/>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DD6D7973-F278-B644-8C95-8EF8FEF96B01}"/>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8E8B43BC-140C-06F4-182A-AC725209CC31}"/>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80353300-8867-EDA6-635B-DD3D9F54609C}"/>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2E8DA07-ADE2-7F1E-8206-83F03F798019}"/>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DD97267E-0B11-0467-F920-C142001FDB6A}"/>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49621210-9566-1938-42B5-92695C11B476}"/>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EBA0D6BC-ADB3-95B5-9CFE-8A63CDCE5502}"/>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72CDEDA-4A83-2CD3-675B-98A8E0783EC8}"/>
              </a:ext>
            </a:extLst>
          </p:cNvPr>
          <p:cNvSpPr txBox="1"/>
          <p:nvPr/>
        </p:nvSpPr>
        <p:spPr>
          <a:xfrm>
            <a:off x="0" y="6467063"/>
            <a:ext cx="1651248" cy="369332"/>
          </a:xfrm>
          <a:prstGeom prst="rect">
            <a:avLst/>
          </a:prstGeom>
          <a:noFill/>
        </p:spPr>
        <p:txBody>
          <a:bodyPr wrap="square" rtlCol="0">
            <a:spAutoFit/>
          </a:bodyPr>
          <a:lstStyle/>
          <a:p>
            <a:r>
              <a:rPr lang="en-US" dirty="0">
                <a:solidFill>
                  <a:srgbClr val="FFFFFF"/>
                </a:solidFill>
                <a:latin typeface="Times New Roman" panose="02020603050405020304" pitchFamily="18" charset="0"/>
                <a:cs typeface="Times New Roman" panose="02020603050405020304" pitchFamily="18" charset="0"/>
              </a:rPr>
              <a:t>Screen Reader</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6" name="Graphic 5" descr="Monitor">
            <a:extLst>
              <a:ext uri="{FF2B5EF4-FFF2-40B4-BE49-F238E27FC236}">
                <a16:creationId xmlns:a16="http://schemas.microsoft.com/office/drawing/2014/main" id="{6DC3A057-1AB4-3157-8F46-068E160A58D6}"/>
              </a:ext>
            </a:extLst>
          </p:cNvPr>
          <p:cNvPicPr>
            <a:picLocks noChangeAspect="1"/>
          </p:cNvPicPr>
          <p:nvPr/>
        </p:nvPicPr>
        <p:blipFill>
          <a:blip r:embed="rId17">
            <a:extLst>
              <a:ext uri="{96DAC541-7B7A-43D3-8B79-37D633B846F1}">
                <asvg:svgBlip xmlns:asvg="http://schemas.microsoft.com/office/drawing/2016/SVG/main" xmlns="" r:embed="rId18"/>
              </a:ext>
            </a:extLst>
          </a:blip>
          <a:stretch>
            <a:fillRect/>
          </a:stretch>
        </p:blipFill>
        <p:spPr>
          <a:xfrm>
            <a:off x="1506289" y="6467063"/>
            <a:ext cx="369332" cy="369332"/>
          </a:xfrm>
          <a:prstGeom prst="rect">
            <a:avLst/>
          </a:prstGeom>
        </p:spPr>
      </p:pic>
      <p:sp>
        <p:nvSpPr>
          <p:cNvPr id="5" name="TextBox 4">
            <a:extLst>
              <a:ext uri="{FF2B5EF4-FFF2-40B4-BE49-F238E27FC236}">
                <a16:creationId xmlns:a16="http://schemas.microsoft.com/office/drawing/2014/main" id="{741CD9C6-5B6A-D6C1-3829-3A1A716BF312}"/>
              </a:ext>
            </a:extLst>
          </p:cNvPr>
          <p:cNvSpPr txBox="1"/>
          <p:nvPr/>
        </p:nvSpPr>
        <p:spPr>
          <a:xfrm>
            <a:off x="50218" y="1302822"/>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FCECE25C-A80E-2C23-1AD6-94B336568382}"/>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2FC6020-4D2D-937F-1853-CD0DFFF7E1BD}"/>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F693D3-72DC-1F81-BFA9-187825813D33}"/>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7A69518-933E-E28F-39DF-537564473E4C}"/>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BAAA06FF-7C5D-4D1B-1F08-6EEA9960745E}"/>
              </a:ext>
            </a:extLst>
          </p:cNvPr>
          <p:cNvSpPr/>
          <p:nvPr/>
        </p:nvSpPr>
        <p:spPr>
          <a:xfrm>
            <a:off x="273497" y="1345786"/>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24095396-576D-C571-60D3-EF9D41D4FECD}"/>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D9397A4C-BC51-8E93-303B-4EAD5E48FAFD}"/>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11018CBD-4F15-BCF1-1A72-9B869EE110CB}"/>
              </a:ext>
            </a:extLst>
          </p:cNvPr>
          <p:cNvSpPr txBox="1"/>
          <p:nvPr/>
        </p:nvSpPr>
        <p:spPr>
          <a:xfrm>
            <a:off x="47466" y="3915979"/>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621E63A3-44FB-FE43-D2BA-4B0E95EB7E16}"/>
              </a:ext>
            </a:extLst>
          </p:cNvPr>
          <p:cNvSpPr txBox="1"/>
          <p:nvPr/>
        </p:nvSpPr>
        <p:spPr>
          <a:xfrm>
            <a:off x="47466" y="4798975"/>
            <a:ext cx="1171254" cy="369332"/>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1F3CCCD5-1A42-6A6C-4ABB-4826A880F3E9}"/>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hlinkClick r:id="rId25" action="ppaction://hlinksldjump"/>
            <a:extLst>
              <a:ext uri="{FF2B5EF4-FFF2-40B4-BE49-F238E27FC236}">
                <a16:creationId xmlns:a16="http://schemas.microsoft.com/office/drawing/2014/main" id="{A52A945C-B879-1318-9E65-D367FAB40CF2}"/>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pic>
        <p:nvPicPr>
          <p:cNvPr id="65" name="Graphic 64" descr="Earbuds">
            <a:extLst>
              <a:ext uri="{FF2B5EF4-FFF2-40B4-BE49-F238E27FC236}">
                <a16:creationId xmlns:a16="http://schemas.microsoft.com/office/drawing/2014/main" id="{EE668782-C54F-2089-5D58-31170541CC88}"/>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7293771" y="5844878"/>
            <a:ext cx="551134" cy="551134"/>
          </a:xfrm>
          <a:prstGeom prst="rect">
            <a:avLst/>
          </a:prstGeom>
        </p:spPr>
      </p:pic>
      <p:pic>
        <p:nvPicPr>
          <p:cNvPr id="78" name="Graphic 77" descr="Document">
            <a:extLst>
              <a:ext uri="{FF2B5EF4-FFF2-40B4-BE49-F238E27FC236}">
                <a16:creationId xmlns:a16="http://schemas.microsoft.com/office/drawing/2014/main" id="{93765B66-0759-E743-69EA-000494EBC142}"/>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6698276" y="5875975"/>
            <a:ext cx="509970" cy="509970"/>
          </a:xfrm>
          <a:prstGeom prst="rect">
            <a:avLst/>
          </a:prstGeom>
        </p:spPr>
      </p:pic>
      <p:sp>
        <p:nvSpPr>
          <p:cNvPr id="14" name="Rectangle 13">
            <a:extLst>
              <a:ext uri="{FF2B5EF4-FFF2-40B4-BE49-F238E27FC236}">
                <a16:creationId xmlns:a16="http://schemas.microsoft.com/office/drawing/2014/main" id="{59D84C99-293F-C5FB-D2D6-E29D34843F8B}"/>
              </a:ext>
            </a:extLst>
          </p:cNvPr>
          <p:cNvSpPr/>
          <p:nvPr/>
        </p:nvSpPr>
        <p:spPr>
          <a:xfrm>
            <a:off x="5155941" y="5966873"/>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Download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D286CB22-259B-EBA0-0BFE-43C37CF370D6}"/>
              </a:ext>
            </a:extLst>
          </p:cNvPr>
          <p:cNvSpPr txBox="1"/>
          <p:nvPr/>
        </p:nvSpPr>
        <p:spPr>
          <a:xfrm>
            <a:off x="0" y="4357477"/>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History</a:t>
            </a:r>
            <a:endParaRPr lang="en-IN" b="1" dirty="0">
              <a:latin typeface="Times New Roman" panose="02020603050405020304" pitchFamily="18" charset="0"/>
              <a:cs typeface="Times New Roman" panose="02020603050405020304" pitchFamily="18" charset="0"/>
            </a:endParaRPr>
          </a:p>
        </p:txBody>
      </p:sp>
      <p:graphicFrame>
        <p:nvGraphicFramePr>
          <p:cNvPr id="57" name="Table 56">
            <a:extLst>
              <a:ext uri="{FF2B5EF4-FFF2-40B4-BE49-F238E27FC236}">
                <a16:creationId xmlns:a16="http://schemas.microsoft.com/office/drawing/2014/main" id="{7CA74FDE-0ACB-8E72-5D90-F0F7D210F117}"/>
              </a:ext>
            </a:extLst>
          </p:cNvPr>
          <p:cNvGraphicFramePr>
            <a:graphicFrameLocks noGrp="1"/>
          </p:cNvGraphicFramePr>
          <p:nvPr>
            <p:extLst>
              <p:ext uri="{D42A27DB-BD31-4B8C-83A1-F6EECF244321}">
                <p14:modId xmlns:p14="http://schemas.microsoft.com/office/powerpoint/2010/main" val="2592108491"/>
              </p:ext>
            </p:extLst>
          </p:nvPr>
        </p:nvGraphicFramePr>
        <p:xfrm>
          <a:off x="1651248" y="1525814"/>
          <a:ext cx="10326177" cy="3789610"/>
        </p:xfrm>
        <a:graphic>
          <a:graphicData uri="http://schemas.openxmlformats.org/drawingml/2006/table">
            <a:tbl>
              <a:tblPr firstRow="1" bandRow="1">
                <a:tableStyleId>{5940675A-B579-460E-94D1-54222C63F5DA}</a:tableStyleId>
              </a:tblPr>
              <a:tblGrid>
                <a:gridCol w="398830">
                  <a:extLst>
                    <a:ext uri="{9D8B030D-6E8A-4147-A177-3AD203B41FA5}">
                      <a16:colId xmlns:a16="http://schemas.microsoft.com/office/drawing/2014/main" val="865568936"/>
                    </a:ext>
                  </a:extLst>
                </a:gridCol>
                <a:gridCol w="578388">
                  <a:extLst>
                    <a:ext uri="{9D8B030D-6E8A-4147-A177-3AD203B41FA5}">
                      <a16:colId xmlns:a16="http://schemas.microsoft.com/office/drawing/2014/main" val="762149433"/>
                    </a:ext>
                  </a:extLst>
                </a:gridCol>
                <a:gridCol w="712078">
                  <a:extLst>
                    <a:ext uri="{9D8B030D-6E8A-4147-A177-3AD203B41FA5}">
                      <a16:colId xmlns:a16="http://schemas.microsoft.com/office/drawing/2014/main" val="3206429437"/>
                    </a:ext>
                  </a:extLst>
                </a:gridCol>
                <a:gridCol w="921016">
                  <a:extLst>
                    <a:ext uri="{9D8B030D-6E8A-4147-A177-3AD203B41FA5}">
                      <a16:colId xmlns:a16="http://schemas.microsoft.com/office/drawing/2014/main" val="1306627988"/>
                    </a:ext>
                  </a:extLst>
                </a:gridCol>
                <a:gridCol w="742831">
                  <a:extLst>
                    <a:ext uri="{9D8B030D-6E8A-4147-A177-3AD203B41FA5}">
                      <a16:colId xmlns:a16="http://schemas.microsoft.com/office/drawing/2014/main" val="1038451730"/>
                    </a:ext>
                  </a:extLst>
                </a:gridCol>
                <a:gridCol w="742831">
                  <a:extLst>
                    <a:ext uri="{9D8B030D-6E8A-4147-A177-3AD203B41FA5}">
                      <a16:colId xmlns:a16="http://schemas.microsoft.com/office/drawing/2014/main" val="2816019056"/>
                    </a:ext>
                  </a:extLst>
                </a:gridCol>
                <a:gridCol w="742831">
                  <a:extLst>
                    <a:ext uri="{9D8B030D-6E8A-4147-A177-3AD203B41FA5}">
                      <a16:colId xmlns:a16="http://schemas.microsoft.com/office/drawing/2014/main" val="694394158"/>
                    </a:ext>
                  </a:extLst>
                </a:gridCol>
                <a:gridCol w="742831">
                  <a:extLst>
                    <a:ext uri="{9D8B030D-6E8A-4147-A177-3AD203B41FA5}">
                      <a16:colId xmlns:a16="http://schemas.microsoft.com/office/drawing/2014/main" val="1521930717"/>
                    </a:ext>
                  </a:extLst>
                </a:gridCol>
                <a:gridCol w="742831">
                  <a:extLst>
                    <a:ext uri="{9D8B030D-6E8A-4147-A177-3AD203B41FA5}">
                      <a16:colId xmlns:a16="http://schemas.microsoft.com/office/drawing/2014/main" val="323750487"/>
                    </a:ext>
                  </a:extLst>
                </a:gridCol>
                <a:gridCol w="742831">
                  <a:extLst>
                    <a:ext uri="{9D8B030D-6E8A-4147-A177-3AD203B41FA5}">
                      <a16:colId xmlns:a16="http://schemas.microsoft.com/office/drawing/2014/main" val="3586023471"/>
                    </a:ext>
                  </a:extLst>
                </a:gridCol>
                <a:gridCol w="742831">
                  <a:extLst>
                    <a:ext uri="{9D8B030D-6E8A-4147-A177-3AD203B41FA5}">
                      <a16:colId xmlns:a16="http://schemas.microsoft.com/office/drawing/2014/main" val="426103957"/>
                    </a:ext>
                  </a:extLst>
                </a:gridCol>
                <a:gridCol w="669117">
                  <a:extLst>
                    <a:ext uri="{9D8B030D-6E8A-4147-A177-3AD203B41FA5}">
                      <a16:colId xmlns:a16="http://schemas.microsoft.com/office/drawing/2014/main" val="2984980091"/>
                    </a:ext>
                  </a:extLst>
                </a:gridCol>
                <a:gridCol w="565225">
                  <a:extLst>
                    <a:ext uri="{9D8B030D-6E8A-4147-A177-3AD203B41FA5}">
                      <a16:colId xmlns:a16="http://schemas.microsoft.com/office/drawing/2014/main" val="595962606"/>
                    </a:ext>
                  </a:extLst>
                </a:gridCol>
                <a:gridCol w="640853">
                  <a:extLst>
                    <a:ext uri="{9D8B030D-6E8A-4147-A177-3AD203B41FA5}">
                      <a16:colId xmlns:a16="http://schemas.microsoft.com/office/drawing/2014/main" val="3463120780"/>
                    </a:ext>
                  </a:extLst>
                </a:gridCol>
                <a:gridCol w="640853">
                  <a:extLst>
                    <a:ext uri="{9D8B030D-6E8A-4147-A177-3AD203B41FA5}">
                      <a16:colId xmlns:a16="http://schemas.microsoft.com/office/drawing/2014/main" val="2887836924"/>
                    </a:ext>
                  </a:extLst>
                </a:gridCol>
              </a:tblGrid>
              <a:tr h="1618078">
                <a:tc>
                  <a:txBody>
                    <a:bodyPr/>
                    <a:lstStyle/>
                    <a:p>
                      <a:r>
                        <a:rPr lang="en-US" dirty="0" err="1">
                          <a:solidFill>
                            <a:schemeClr val="bg1"/>
                          </a:solidFill>
                          <a:latin typeface="Times New Roman" panose="02020603050405020304" pitchFamily="18" charset="0"/>
                          <a:cs typeface="Times New Roman" panose="02020603050405020304" pitchFamily="18" charset="0"/>
                        </a:rPr>
                        <a:t>S.No</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Course Code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Course Title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Periodic Test I (100)</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Periodic Test II (100)</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Periodic Test III (100)</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Assignment 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Assignment II</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III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Test Average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Assignment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Total</a:t>
                      </a:r>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6378703"/>
                  </a:ext>
                </a:extLst>
              </a:tr>
              <a:tr h="410450">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9585994"/>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4219853"/>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0345844"/>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5778605"/>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7208564"/>
                  </a:ext>
                </a:extLst>
              </a:tr>
            </a:tbl>
          </a:graphicData>
        </a:graphic>
      </p:graphicFrame>
      <p:pic>
        <p:nvPicPr>
          <p:cNvPr id="61" name="Graphic 60" descr="Download">
            <a:extLst>
              <a:ext uri="{FF2B5EF4-FFF2-40B4-BE49-F238E27FC236}">
                <a16:creationId xmlns:a16="http://schemas.microsoft.com/office/drawing/2014/main" id="{A59E0A3C-1140-BC8C-5F26-18FD7A4E94A9}"/>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4732209" y="5912934"/>
            <a:ext cx="457200" cy="457200"/>
          </a:xfrm>
          <a:prstGeom prst="rect">
            <a:avLst/>
          </a:prstGeom>
        </p:spPr>
      </p:pic>
      <p:pic>
        <p:nvPicPr>
          <p:cNvPr id="16" name="Picture 15">
            <a:extLst>
              <a:ext uri="{FF2B5EF4-FFF2-40B4-BE49-F238E27FC236}">
                <a16:creationId xmlns:a16="http://schemas.microsoft.com/office/drawing/2014/main" id="{C814AD66-7C97-A952-045B-54687093F84F}"/>
              </a:ext>
            </a:extLst>
          </p:cNvPr>
          <p:cNvPicPr>
            <a:picLocks noChangeAspect="1"/>
          </p:cNvPicPr>
          <p:nvPr/>
        </p:nvPicPr>
        <p:blipFill>
          <a:blip r:embed="rId32"/>
          <a:stretch>
            <a:fillRect/>
          </a:stretch>
        </p:blipFill>
        <p:spPr>
          <a:xfrm>
            <a:off x="4155931" y="209982"/>
            <a:ext cx="1040686" cy="1056335"/>
          </a:xfrm>
          <a:prstGeom prst="rect">
            <a:avLst/>
          </a:prstGeom>
        </p:spPr>
      </p:pic>
      <p:sp>
        <p:nvSpPr>
          <p:cNvPr id="18" name="TextBox 17">
            <a:extLst>
              <a:ext uri="{FF2B5EF4-FFF2-40B4-BE49-F238E27FC236}">
                <a16:creationId xmlns:a16="http://schemas.microsoft.com/office/drawing/2014/main" id="{3916CFFF-65FF-4B58-33D7-DAB25C650109}"/>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4149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9AB7F59-BDA1-87D8-ECF0-311D3ED971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CEEAB3A-36AE-4A6A-3E31-5169564A1214}"/>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7C969ACE-FD46-F3BB-BACC-80C6A7C2DE18}"/>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0831831-FC1C-43A6-8460-D76140F33580}"/>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BEBD681-8BB0-2D91-6799-735DF149A8FA}"/>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C5D686B-EFA4-E335-2ED7-322B7D9B8240}"/>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87F441F6-5700-BA29-CD8A-A9171F771A80}"/>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C26A4152-95D3-A8D6-0A37-0589AD4CDC22}"/>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A58F9299-B023-97F0-074C-A9A7D0A912C1}"/>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093D67B6-05BE-CD0C-1512-FE987B1F0D20}"/>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6CBE0244-733B-ED01-A699-3E2ECA327006}"/>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7C8AE987-E186-C199-C07A-3C705A6B8D76}"/>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F329C5D-3127-D944-BD8A-C2E4E9B19957}"/>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B834FAD2-3D48-D3C1-5885-AE6A7D1B1426}"/>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EB89F0B1-59C6-E505-BB3B-DDCBECF3E3E1}"/>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101C2DC3-D167-EEAA-753E-57B924E125E3}"/>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8A5AD1A-6AEC-90D5-D359-91E4CFF13250}"/>
              </a:ext>
            </a:extLst>
          </p:cNvPr>
          <p:cNvSpPr txBox="1"/>
          <p:nvPr/>
        </p:nvSpPr>
        <p:spPr>
          <a:xfrm>
            <a:off x="10273" y="1260921"/>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C02A83AD-CFEC-EA1F-67B4-04CB95C969E0}"/>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664CEAF-8D28-1B1E-1060-E94BDADFB6A3}"/>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F6D734-FE5C-4F17-CEC3-9BCACDB31625}"/>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C853DAC-DE93-B4BE-C5D3-17AE8E6EE059}"/>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E5516B4B-8D02-3E0F-5F1D-245DC7E81D7F}"/>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DB5961D5-2268-B4F1-05C3-127C74817BFE}"/>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2B34E24F-B38D-71AD-EE1B-C38E2171DCA4}"/>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2A594FAA-F43D-2267-2B8C-47DD989C00BA}"/>
              </a:ext>
            </a:extLst>
          </p:cNvPr>
          <p:cNvSpPr txBox="1"/>
          <p:nvPr/>
        </p:nvSpPr>
        <p:spPr>
          <a:xfrm>
            <a:off x="35959" y="3930528"/>
            <a:ext cx="1017142" cy="369332"/>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927637B2-F501-6F65-3F50-15BA414FF987}"/>
              </a:ext>
            </a:extLst>
          </p:cNvPr>
          <p:cNvSpPr txBox="1"/>
          <p:nvPr/>
        </p:nvSpPr>
        <p:spPr>
          <a:xfrm>
            <a:off x="0" y="4467155"/>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7407898A-47A0-FA04-E082-EFF5A1650CFE}"/>
              </a:ext>
            </a:extLst>
          </p:cNvPr>
          <p:cNvSpPr txBox="1"/>
          <p:nvPr/>
        </p:nvSpPr>
        <p:spPr>
          <a:xfrm>
            <a:off x="-10275" y="50037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hlinkClick r:id="rId23" action="ppaction://hlinksldjump"/>
            <a:extLst>
              <a:ext uri="{FF2B5EF4-FFF2-40B4-BE49-F238E27FC236}">
                <a16:creationId xmlns:a16="http://schemas.microsoft.com/office/drawing/2014/main" id="{32ECA2C0-21E9-41D8-6393-E5756A350BDF}"/>
              </a:ext>
            </a:extLst>
          </p:cNvPr>
          <p:cNvSpPr txBox="1"/>
          <p:nvPr/>
        </p:nvSpPr>
        <p:spPr>
          <a:xfrm>
            <a:off x="10275" y="2857224"/>
            <a:ext cx="135104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01EC5A67-5341-11EC-26B5-F87F607910BC}"/>
              </a:ext>
            </a:extLst>
          </p:cNvPr>
          <p:cNvGrpSpPr/>
          <p:nvPr/>
        </p:nvGrpSpPr>
        <p:grpSpPr>
          <a:xfrm>
            <a:off x="1611854" y="1827790"/>
            <a:ext cx="4650750" cy="3035888"/>
            <a:chOff x="1640999" y="1870743"/>
            <a:chExt cx="4888559" cy="3011562"/>
          </a:xfrm>
        </p:grpSpPr>
        <p:grpSp>
          <p:nvGrpSpPr>
            <p:cNvPr id="29" name="Group 28">
              <a:extLst>
                <a:ext uri="{FF2B5EF4-FFF2-40B4-BE49-F238E27FC236}">
                  <a16:creationId xmlns:a16="http://schemas.microsoft.com/office/drawing/2014/main" id="{0575C0F5-3517-7E41-E577-CE19EAFF2391}"/>
                </a:ext>
              </a:extLst>
            </p:cNvPr>
            <p:cNvGrpSpPr/>
            <p:nvPr/>
          </p:nvGrpSpPr>
          <p:grpSpPr>
            <a:xfrm>
              <a:off x="1640999" y="1870743"/>
              <a:ext cx="4888559" cy="3011562"/>
              <a:chOff x="2171761" y="3038948"/>
              <a:chExt cx="4643973" cy="2777868"/>
            </a:xfrm>
          </p:grpSpPr>
          <p:grpSp>
            <p:nvGrpSpPr>
              <p:cNvPr id="27" name="Group 26">
                <a:extLst>
                  <a:ext uri="{FF2B5EF4-FFF2-40B4-BE49-F238E27FC236}">
                    <a16:creationId xmlns:a16="http://schemas.microsoft.com/office/drawing/2014/main" id="{E103A1B7-DC51-7D6F-D11A-DF091B0F4D20}"/>
                  </a:ext>
                </a:extLst>
              </p:cNvPr>
              <p:cNvGrpSpPr/>
              <p:nvPr/>
            </p:nvGrpSpPr>
            <p:grpSpPr>
              <a:xfrm>
                <a:off x="2171761" y="3038948"/>
                <a:ext cx="4643973" cy="2777868"/>
                <a:chOff x="1380643" y="1498058"/>
                <a:chExt cx="4643973" cy="2777868"/>
              </a:xfrm>
            </p:grpSpPr>
            <p:sp>
              <p:nvSpPr>
                <p:cNvPr id="25" name="TextBox 24">
                  <a:extLst>
                    <a:ext uri="{FF2B5EF4-FFF2-40B4-BE49-F238E27FC236}">
                      <a16:creationId xmlns:a16="http://schemas.microsoft.com/office/drawing/2014/main" id="{7CEEF680-DAF2-2C8F-15B0-6BD64F58538D}"/>
                    </a:ext>
                  </a:extLst>
                </p:cNvPr>
                <p:cNvSpPr txBox="1"/>
                <p:nvPr/>
              </p:nvSpPr>
              <p:spPr>
                <a:xfrm>
                  <a:off x="1380643" y="1498058"/>
                  <a:ext cx="4643973" cy="2761950"/>
                </a:xfrm>
                <a:prstGeom prst="rect">
                  <a:avLst/>
                </a:prstGeom>
                <a:solidFill>
                  <a:schemeClr val="bg1">
                    <a:lumMod val="50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1CF26A15-1746-4016-E846-BC54561DBA16}"/>
                    </a:ext>
                  </a:extLst>
                </p:cNvPr>
                <p:cNvSpPr txBox="1"/>
                <p:nvPr/>
              </p:nvSpPr>
              <p:spPr>
                <a:xfrm>
                  <a:off x="1555410" y="2887511"/>
                  <a:ext cx="979662" cy="33794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Test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A2C2ECF2-567A-AEA5-012D-1F1FFE175FD7}"/>
                    </a:ext>
                  </a:extLst>
                </p:cNvPr>
                <p:cNvSpPr/>
                <p:nvPr/>
              </p:nvSpPr>
              <p:spPr>
                <a:xfrm>
                  <a:off x="1419980" y="1590528"/>
                  <a:ext cx="1083045" cy="42242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C0E8C7F1-3D04-46D3-4D81-7391D7035FC5}"/>
                    </a:ext>
                  </a:extLst>
                </p:cNvPr>
                <p:cNvSpPr/>
                <p:nvPr/>
              </p:nvSpPr>
              <p:spPr>
                <a:xfrm>
                  <a:off x="2636049" y="1620388"/>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6" name="Rectangle 45">
                  <a:extLst>
                    <a:ext uri="{FF2B5EF4-FFF2-40B4-BE49-F238E27FC236}">
                      <a16:creationId xmlns:a16="http://schemas.microsoft.com/office/drawing/2014/main" id="{87A87952-9BC4-2066-6BC3-31FA488A1DEA}"/>
                    </a:ext>
                  </a:extLst>
                </p:cNvPr>
                <p:cNvSpPr/>
                <p:nvPr/>
              </p:nvSpPr>
              <p:spPr>
                <a:xfrm>
                  <a:off x="1452027" y="2160728"/>
                  <a:ext cx="856284" cy="42584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Unit</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A3B49A60-F201-EE04-A035-41D649FD7EBF}"/>
                    </a:ext>
                  </a:extLst>
                </p:cNvPr>
                <p:cNvSpPr/>
                <p:nvPr/>
              </p:nvSpPr>
              <p:spPr>
                <a:xfrm>
                  <a:off x="2636049" y="2241087"/>
                  <a:ext cx="3284306" cy="3968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47">
                  <a:extLst>
                    <a:ext uri="{FF2B5EF4-FFF2-40B4-BE49-F238E27FC236}">
                      <a16:creationId xmlns:a16="http://schemas.microsoft.com/office/drawing/2014/main" id="{9E559BB7-39DC-AFB4-9498-865A904072A5}"/>
                    </a:ext>
                  </a:extLst>
                </p:cNvPr>
                <p:cNvSpPr/>
                <p:nvPr/>
              </p:nvSpPr>
              <p:spPr>
                <a:xfrm>
                  <a:off x="2660363" y="2899710"/>
                  <a:ext cx="3284306" cy="3682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2A22CE8B-E583-17C2-D42E-BFCE59B31F93}"/>
                    </a:ext>
                  </a:extLst>
                </p:cNvPr>
                <p:cNvSpPr/>
                <p:nvPr/>
              </p:nvSpPr>
              <p:spPr>
                <a:xfrm rot="10800000">
                  <a:off x="5540136" y="1704360"/>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3780EC89-26D8-9CE2-41D3-A8F8625618FB}"/>
                    </a:ext>
                  </a:extLst>
                </p:cNvPr>
                <p:cNvSpPr/>
                <p:nvPr/>
              </p:nvSpPr>
              <p:spPr>
                <a:xfrm rot="10800000">
                  <a:off x="5592536" y="2932714"/>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4" name="Rectangle 53">
                  <a:extLst>
                    <a:ext uri="{FF2B5EF4-FFF2-40B4-BE49-F238E27FC236}">
                      <a16:creationId xmlns:a16="http://schemas.microsoft.com/office/drawing/2014/main" id="{65D024B0-DF9B-CDBF-E276-A35039336F2E}"/>
                    </a:ext>
                  </a:extLst>
                </p:cNvPr>
                <p:cNvSpPr/>
                <p:nvPr/>
              </p:nvSpPr>
              <p:spPr>
                <a:xfrm>
                  <a:off x="2711573" y="3712672"/>
                  <a:ext cx="1360995" cy="341187"/>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Upload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D87BE1A-EF1C-0DF8-60CF-6891C458A29D}"/>
                    </a:ext>
                  </a:extLst>
                </p:cNvPr>
                <p:cNvSpPr txBox="1"/>
                <p:nvPr/>
              </p:nvSpPr>
              <p:spPr>
                <a:xfrm>
                  <a:off x="1580395" y="3684527"/>
                  <a:ext cx="1941816" cy="59139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File</a:t>
                  </a:r>
                </a:p>
                <a:p>
                  <a:r>
                    <a:rPr lang="en-US" dirty="0">
                      <a:solidFill>
                        <a:schemeClr val="bg1"/>
                      </a:solidFill>
                      <a:latin typeface="Times New Roman" panose="02020603050405020304" pitchFamily="18" charset="0"/>
                      <a:cs typeface="Times New Roman" panose="02020603050405020304" pitchFamily="18" charset="0"/>
                    </a:rPr>
                    <a:t>.</a:t>
                  </a:r>
                  <a:r>
                    <a:rPr lang="en-US" dirty="0" err="1">
                      <a:solidFill>
                        <a:schemeClr val="bg1"/>
                      </a:solidFill>
                      <a:latin typeface="Times New Roman" panose="02020603050405020304" pitchFamily="18" charset="0"/>
                      <a:cs typeface="Times New Roman" panose="02020603050405020304" pitchFamily="18" charset="0"/>
                    </a:rPr>
                    <a:t>xls</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8" name="Graphic 17" descr="Paperclip">
                  <a:extLst>
                    <a:ext uri="{FF2B5EF4-FFF2-40B4-BE49-F238E27FC236}">
                      <a16:creationId xmlns:a16="http://schemas.microsoft.com/office/drawing/2014/main" id="{00974AC2-4184-70AF-CF7D-2CEFDF963224}"/>
                    </a:ext>
                  </a:extLst>
                </p:cNvPr>
                <p:cNvPicPr>
                  <a:picLocks noChangeAspect="1"/>
                </p:cNvPicPr>
                <p:nvPr/>
              </p:nvPicPr>
              <p:blipFill>
                <a:blip r:embed="rId24">
                  <a:extLst>
                    <a:ext uri="{96DAC541-7B7A-43D3-8B79-37D633B846F1}">
                      <asvg:svgBlip xmlns:asvg="http://schemas.microsoft.com/office/drawing/2016/SVG/main" xmlns="" r:embed="rId25"/>
                    </a:ext>
                  </a:extLst>
                </a:blip>
                <a:stretch>
                  <a:fillRect/>
                </a:stretch>
              </p:blipFill>
              <p:spPr>
                <a:xfrm>
                  <a:off x="2014715" y="3712672"/>
                  <a:ext cx="369332" cy="369332"/>
                </a:xfrm>
                <a:prstGeom prst="rect">
                  <a:avLst/>
                </a:prstGeom>
              </p:spPr>
            </p:pic>
            <p:pic>
              <p:nvPicPr>
                <p:cNvPr id="21" name="Graphic 20" descr="Download">
                  <a:extLst>
                    <a:ext uri="{FF2B5EF4-FFF2-40B4-BE49-F238E27FC236}">
                      <a16:creationId xmlns:a16="http://schemas.microsoft.com/office/drawing/2014/main" id="{A258CB1C-8BB3-CB91-9F62-1853D39FC429}"/>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rot="10800000">
                  <a:off x="4019213" y="3668737"/>
                  <a:ext cx="457200" cy="457200"/>
                </a:xfrm>
                <a:prstGeom prst="rect">
                  <a:avLst/>
                </a:prstGeom>
              </p:spPr>
            </p:pic>
          </p:grpSp>
          <p:sp>
            <p:nvSpPr>
              <p:cNvPr id="50" name="Isosceles Triangle 49">
                <a:extLst>
                  <a:ext uri="{FF2B5EF4-FFF2-40B4-BE49-F238E27FC236}">
                    <a16:creationId xmlns:a16="http://schemas.microsoft.com/office/drawing/2014/main" id="{1F6BF109-158F-E055-0FF3-645157D65350}"/>
                  </a:ext>
                </a:extLst>
              </p:cNvPr>
              <p:cNvSpPr/>
              <p:nvPr/>
            </p:nvSpPr>
            <p:spPr>
              <a:xfrm rot="10800000">
                <a:off x="6343420" y="3857578"/>
                <a:ext cx="327819" cy="283599"/>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pSp>
        <p:sp>
          <p:nvSpPr>
            <p:cNvPr id="42" name="Rectangle 41">
              <a:extLst>
                <a:ext uri="{FF2B5EF4-FFF2-40B4-BE49-F238E27FC236}">
                  <a16:creationId xmlns:a16="http://schemas.microsoft.com/office/drawing/2014/main" id="{C8D94A0E-0A68-8BB2-834D-3AB65DDDBD17}"/>
                </a:ext>
              </a:extLst>
            </p:cNvPr>
            <p:cNvSpPr/>
            <p:nvPr/>
          </p:nvSpPr>
          <p:spPr>
            <a:xfrm>
              <a:off x="4993762" y="4241154"/>
              <a:ext cx="1400854" cy="391406"/>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Delete</a:t>
              </a:r>
              <a:endParaRPr lang="en-IN" dirty="0">
                <a:solidFill>
                  <a:schemeClr val="bg1"/>
                </a:solidFill>
                <a:latin typeface="Times New Roman" panose="02020603050405020304" pitchFamily="18" charset="0"/>
                <a:cs typeface="Times New Roman" panose="02020603050405020304" pitchFamily="18" charset="0"/>
              </a:endParaRPr>
            </a:p>
          </p:txBody>
        </p:sp>
      </p:grpSp>
      <p:sp>
        <p:nvSpPr>
          <p:cNvPr id="43" name="Rectangle 42">
            <a:extLst>
              <a:ext uri="{FF2B5EF4-FFF2-40B4-BE49-F238E27FC236}">
                <a16:creationId xmlns:a16="http://schemas.microsoft.com/office/drawing/2014/main" id="{A163DD21-B7F6-01D7-91BD-74EEE41AB518}"/>
              </a:ext>
            </a:extLst>
          </p:cNvPr>
          <p:cNvSpPr/>
          <p:nvPr/>
        </p:nvSpPr>
        <p:spPr>
          <a:xfrm>
            <a:off x="6486195" y="1835446"/>
            <a:ext cx="5539332" cy="3048375"/>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53" name="TextBox 52">
            <a:extLst>
              <a:ext uri="{FF2B5EF4-FFF2-40B4-BE49-F238E27FC236}">
                <a16:creationId xmlns:a16="http://schemas.microsoft.com/office/drawing/2014/main" id="{69883971-E430-ECD6-0FF2-6DBDC9BFB851}"/>
              </a:ext>
            </a:extLst>
          </p:cNvPr>
          <p:cNvSpPr txBox="1"/>
          <p:nvPr/>
        </p:nvSpPr>
        <p:spPr>
          <a:xfrm>
            <a:off x="6713531" y="1484885"/>
            <a:ext cx="981814" cy="369332"/>
          </a:xfrm>
          <a:prstGeom prst="rect">
            <a:avLst/>
          </a:prstGeom>
          <a:noFill/>
        </p:spPr>
        <p:txBody>
          <a:bodyPr wrap="square" rtlCol="0">
            <a:spAutoFit/>
          </a:bodyPr>
          <a:lstStyle/>
          <a:p>
            <a:r>
              <a:rPr lang="en-US" dirty="0">
                <a:solidFill>
                  <a:schemeClr val="bg1"/>
                </a:solidFill>
              </a:rPr>
              <a:t>Topic</a:t>
            </a:r>
            <a:endParaRPr lang="en-IN" dirty="0">
              <a:solidFill>
                <a:schemeClr val="bg1"/>
              </a:solidFill>
            </a:endParaRPr>
          </a:p>
        </p:txBody>
      </p:sp>
      <p:sp>
        <p:nvSpPr>
          <p:cNvPr id="55" name="TextBox 54">
            <a:extLst>
              <a:ext uri="{FF2B5EF4-FFF2-40B4-BE49-F238E27FC236}">
                <a16:creationId xmlns:a16="http://schemas.microsoft.com/office/drawing/2014/main" id="{87E8E819-E8AD-5ACD-DA4E-8C9A2BAEE009}"/>
              </a:ext>
            </a:extLst>
          </p:cNvPr>
          <p:cNvSpPr txBox="1"/>
          <p:nvPr/>
        </p:nvSpPr>
        <p:spPr>
          <a:xfrm>
            <a:off x="7922681" y="1440317"/>
            <a:ext cx="981814" cy="369332"/>
          </a:xfrm>
          <a:prstGeom prst="rect">
            <a:avLst/>
          </a:prstGeom>
          <a:noFill/>
        </p:spPr>
        <p:txBody>
          <a:bodyPr wrap="square" rtlCol="0">
            <a:spAutoFit/>
          </a:bodyPr>
          <a:lstStyle/>
          <a:p>
            <a:r>
              <a:rPr lang="en-US" dirty="0">
                <a:solidFill>
                  <a:schemeClr val="bg1"/>
                </a:solidFill>
              </a:rPr>
              <a:t>Quiz</a:t>
            </a:r>
            <a:endParaRPr lang="en-IN" dirty="0">
              <a:solidFill>
                <a:schemeClr val="bg1"/>
              </a:solidFill>
            </a:endParaRPr>
          </a:p>
        </p:txBody>
      </p:sp>
      <p:sp>
        <p:nvSpPr>
          <p:cNvPr id="56" name="TextBox 55">
            <a:extLst>
              <a:ext uri="{FF2B5EF4-FFF2-40B4-BE49-F238E27FC236}">
                <a16:creationId xmlns:a16="http://schemas.microsoft.com/office/drawing/2014/main" id="{9A41CE21-D116-6E51-A974-EFE8E410E8EA}"/>
              </a:ext>
            </a:extLst>
          </p:cNvPr>
          <p:cNvSpPr txBox="1"/>
          <p:nvPr/>
        </p:nvSpPr>
        <p:spPr>
          <a:xfrm>
            <a:off x="8948057" y="1476780"/>
            <a:ext cx="1167754" cy="369332"/>
          </a:xfrm>
          <a:prstGeom prst="rect">
            <a:avLst/>
          </a:prstGeom>
          <a:noFill/>
        </p:spPr>
        <p:txBody>
          <a:bodyPr wrap="square" rtlCol="0">
            <a:spAutoFit/>
          </a:bodyPr>
          <a:lstStyle/>
          <a:p>
            <a:r>
              <a:rPr lang="en-US" dirty="0">
                <a:solidFill>
                  <a:schemeClr val="bg1"/>
                </a:solidFill>
              </a:rPr>
              <a:t>Audio File</a:t>
            </a:r>
            <a:endParaRPr lang="en-IN" dirty="0">
              <a:solidFill>
                <a:schemeClr val="bg1"/>
              </a:solidFill>
            </a:endParaRPr>
          </a:p>
        </p:txBody>
      </p:sp>
      <p:pic>
        <p:nvPicPr>
          <p:cNvPr id="65" name="Graphic 64" descr="Earbuds">
            <a:extLst>
              <a:ext uri="{FF2B5EF4-FFF2-40B4-BE49-F238E27FC236}">
                <a16:creationId xmlns:a16="http://schemas.microsoft.com/office/drawing/2014/main" id="{C7364244-BDFB-3CAA-0540-1888D9D31BD6}"/>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1929211"/>
            <a:ext cx="551134" cy="551134"/>
          </a:xfrm>
          <a:prstGeom prst="rect">
            <a:avLst/>
          </a:prstGeom>
        </p:spPr>
      </p:pic>
      <p:sp>
        <p:nvSpPr>
          <p:cNvPr id="69" name="TextBox 68">
            <a:extLst>
              <a:ext uri="{FF2B5EF4-FFF2-40B4-BE49-F238E27FC236}">
                <a16:creationId xmlns:a16="http://schemas.microsoft.com/office/drawing/2014/main" id="{23083DF9-92D1-58C3-DA9D-71BF6C9EAA0A}"/>
              </a:ext>
            </a:extLst>
          </p:cNvPr>
          <p:cNvSpPr txBox="1"/>
          <p:nvPr/>
        </p:nvSpPr>
        <p:spPr>
          <a:xfrm>
            <a:off x="6471092" y="1870181"/>
            <a:ext cx="1099335" cy="369332"/>
          </a:xfrm>
          <a:prstGeom prst="rect">
            <a:avLst/>
          </a:prstGeom>
          <a:noFill/>
        </p:spPr>
        <p:txBody>
          <a:bodyPr wrap="square" rtlCol="0">
            <a:spAutoFit/>
          </a:bodyPr>
          <a:lstStyle/>
          <a:p>
            <a:r>
              <a:rPr lang="en-US" dirty="0"/>
              <a:t>________</a:t>
            </a:r>
            <a:endParaRPr lang="en-IN" dirty="0"/>
          </a:p>
        </p:txBody>
      </p:sp>
      <p:pic>
        <p:nvPicPr>
          <p:cNvPr id="71" name="Graphic 70" descr="Document">
            <a:extLst>
              <a:ext uri="{FF2B5EF4-FFF2-40B4-BE49-F238E27FC236}">
                <a16:creationId xmlns:a16="http://schemas.microsoft.com/office/drawing/2014/main" id="{436B9856-6123-18E9-0146-50FAC9175557}"/>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1914825"/>
            <a:ext cx="509970" cy="509970"/>
          </a:xfrm>
          <a:prstGeom prst="rect">
            <a:avLst/>
          </a:prstGeom>
        </p:spPr>
      </p:pic>
      <p:sp>
        <p:nvSpPr>
          <p:cNvPr id="72" name="TextBox 71">
            <a:extLst>
              <a:ext uri="{FF2B5EF4-FFF2-40B4-BE49-F238E27FC236}">
                <a16:creationId xmlns:a16="http://schemas.microsoft.com/office/drawing/2014/main" id="{2E41A691-ECC5-2EE6-554D-674153136445}"/>
              </a:ext>
            </a:extLst>
          </p:cNvPr>
          <p:cNvSpPr txBox="1"/>
          <p:nvPr/>
        </p:nvSpPr>
        <p:spPr>
          <a:xfrm>
            <a:off x="2862002" y="5000782"/>
            <a:ext cx="2195437"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 upload new files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395AC68C-64A2-10B3-1060-B3F752207940}"/>
              </a:ext>
            </a:extLst>
          </p:cNvPr>
          <p:cNvSpPr txBox="1"/>
          <p:nvPr/>
        </p:nvSpPr>
        <p:spPr>
          <a:xfrm>
            <a:off x="8160234" y="5000782"/>
            <a:ext cx="2509103"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To View/Edit files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03F3317A-A2BE-2B7D-E286-02B15E794AF9}"/>
              </a:ext>
            </a:extLst>
          </p:cNvPr>
          <p:cNvSpPr txBox="1"/>
          <p:nvPr/>
        </p:nvSpPr>
        <p:spPr>
          <a:xfrm>
            <a:off x="10073436" y="1981027"/>
            <a:ext cx="7284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Edit</a:t>
            </a:r>
            <a:endParaRPr lang="en-IN"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A8B5F944-CDED-1D4A-3730-6BEEC00D8EAC}"/>
              </a:ext>
            </a:extLst>
          </p:cNvPr>
          <p:cNvSpPr txBox="1"/>
          <p:nvPr/>
        </p:nvSpPr>
        <p:spPr>
          <a:xfrm>
            <a:off x="10879614" y="1960340"/>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pic>
        <p:nvPicPr>
          <p:cNvPr id="76" name="Graphic 75" descr="Earbuds">
            <a:extLst>
              <a:ext uri="{FF2B5EF4-FFF2-40B4-BE49-F238E27FC236}">
                <a16:creationId xmlns:a16="http://schemas.microsoft.com/office/drawing/2014/main" id="{C8E546C8-27FD-8DD5-445D-A891B2FA22CD}"/>
              </a:ext>
            </a:extLst>
          </p:cNvPr>
          <p:cNvPicPr>
            <a:picLocks noChangeAspect="1"/>
          </p:cNvPicPr>
          <p:nvPr/>
        </p:nvPicPr>
        <p:blipFill>
          <a:blip r:embed="rId28">
            <a:extLst>
              <a:ext uri="{96DAC541-7B7A-43D3-8B79-37D633B846F1}">
                <asvg:svgBlip xmlns:asvg="http://schemas.microsoft.com/office/drawing/2016/SVG/main" xmlns="" r:embed="rId29"/>
              </a:ext>
            </a:extLst>
          </a:blip>
          <a:stretch>
            <a:fillRect/>
          </a:stretch>
        </p:blipFill>
        <p:spPr>
          <a:xfrm>
            <a:off x="9134252" y="2545012"/>
            <a:ext cx="551134" cy="551134"/>
          </a:xfrm>
          <a:prstGeom prst="rect">
            <a:avLst/>
          </a:prstGeom>
        </p:spPr>
      </p:pic>
      <p:sp>
        <p:nvSpPr>
          <p:cNvPr id="77" name="TextBox 76">
            <a:extLst>
              <a:ext uri="{FF2B5EF4-FFF2-40B4-BE49-F238E27FC236}">
                <a16:creationId xmlns:a16="http://schemas.microsoft.com/office/drawing/2014/main" id="{950E53E2-316D-D4CC-415A-85ECF5771566}"/>
              </a:ext>
            </a:extLst>
          </p:cNvPr>
          <p:cNvSpPr txBox="1"/>
          <p:nvPr/>
        </p:nvSpPr>
        <p:spPr>
          <a:xfrm>
            <a:off x="6471092" y="2485982"/>
            <a:ext cx="1099335" cy="369332"/>
          </a:xfrm>
          <a:prstGeom prst="rect">
            <a:avLst/>
          </a:prstGeom>
          <a:noFill/>
        </p:spPr>
        <p:txBody>
          <a:bodyPr wrap="square" rtlCol="0">
            <a:spAutoFit/>
          </a:bodyPr>
          <a:lstStyle/>
          <a:p>
            <a:r>
              <a:rPr lang="en-US" dirty="0"/>
              <a:t>________</a:t>
            </a:r>
            <a:endParaRPr lang="en-IN" dirty="0"/>
          </a:p>
        </p:txBody>
      </p:sp>
      <p:pic>
        <p:nvPicPr>
          <p:cNvPr id="78" name="Graphic 77" descr="Document">
            <a:extLst>
              <a:ext uri="{FF2B5EF4-FFF2-40B4-BE49-F238E27FC236}">
                <a16:creationId xmlns:a16="http://schemas.microsoft.com/office/drawing/2014/main" id="{AF6DA0C3-E67B-BD36-1B16-26BFE0DFC4C8}"/>
              </a:ext>
            </a:extLst>
          </p:cNvPr>
          <p:cNvPicPr>
            <a:picLocks noChangeAspect="1"/>
          </p:cNvPicPr>
          <p:nvPr/>
        </p:nvPicPr>
        <p:blipFill>
          <a:blip r:embed="rId30">
            <a:extLst>
              <a:ext uri="{96DAC541-7B7A-43D3-8B79-37D633B846F1}">
                <asvg:svgBlip xmlns:asvg="http://schemas.microsoft.com/office/drawing/2016/SVG/main" xmlns="" r:embed="rId31"/>
              </a:ext>
            </a:extLst>
          </a:blip>
          <a:stretch>
            <a:fillRect/>
          </a:stretch>
        </p:blipFill>
        <p:spPr>
          <a:xfrm>
            <a:off x="7980184" y="2530626"/>
            <a:ext cx="509970" cy="509970"/>
          </a:xfrm>
          <a:prstGeom prst="rect">
            <a:avLst/>
          </a:prstGeom>
        </p:spPr>
      </p:pic>
      <p:sp>
        <p:nvSpPr>
          <p:cNvPr id="79" name="TextBox 78">
            <a:extLst>
              <a:ext uri="{FF2B5EF4-FFF2-40B4-BE49-F238E27FC236}">
                <a16:creationId xmlns:a16="http://schemas.microsoft.com/office/drawing/2014/main" id="{25D0B07C-D37C-8D61-2FAB-D3968FEAF172}"/>
              </a:ext>
            </a:extLst>
          </p:cNvPr>
          <p:cNvSpPr txBox="1"/>
          <p:nvPr/>
        </p:nvSpPr>
        <p:spPr>
          <a:xfrm>
            <a:off x="10073436" y="2596828"/>
            <a:ext cx="7284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Edit</a:t>
            </a:r>
            <a:endParaRPr lang="en-IN" dirty="0">
              <a:latin typeface="Times New Roman" panose="02020603050405020304" pitchFamily="18" charset="0"/>
              <a:cs typeface="Times New Roman" panose="02020603050405020304" pitchFamily="18" charset="0"/>
            </a:endParaRPr>
          </a:p>
        </p:txBody>
      </p:sp>
      <p:sp>
        <p:nvSpPr>
          <p:cNvPr id="80" name="TextBox 79">
            <a:extLst>
              <a:ext uri="{FF2B5EF4-FFF2-40B4-BE49-F238E27FC236}">
                <a16:creationId xmlns:a16="http://schemas.microsoft.com/office/drawing/2014/main" id="{863EB256-6CBE-4806-04D8-4E94AC504352}"/>
              </a:ext>
            </a:extLst>
          </p:cNvPr>
          <p:cNvSpPr txBox="1"/>
          <p:nvPr/>
        </p:nvSpPr>
        <p:spPr>
          <a:xfrm>
            <a:off x="10879614" y="2576141"/>
            <a:ext cx="827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Delete</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04629C41-C0AC-6914-6531-A6A3C07E0C90}"/>
              </a:ext>
            </a:extLst>
          </p:cNvPr>
          <p:cNvSpPr/>
          <p:nvPr/>
        </p:nvSpPr>
        <p:spPr>
          <a:xfrm>
            <a:off x="5735913" y="5717623"/>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D9D20537-EBCF-274E-A92F-47FC018427F4}"/>
              </a:ext>
            </a:extLst>
          </p:cNvPr>
          <p:cNvSpPr txBox="1"/>
          <p:nvPr/>
        </p:nvSpPr>
        <p:spPr>
          <a:xfrm>
            <a:off x="-10276" y="5545883"/>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2"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5C50D505-68A1-9327-9D26-2402AFEE1EA3}"/>
              </a:ext>
            </a:extLst>
          </p:cNvPr>
          <p:cNvPicPr>
            <a:picLocks noChangeAspect="1"/>
          </p:cNvPicPr>
          <p:nvPr/>
        </p:nvPicPr>
        <p:blipFill>
          <a:blip r:embed="rId33"/>
          <a:stretch>
            <a:fillRect/>
          </a:stretch>
        </p:blipFill>
        <p:spPr>
          <a:xfrm>
            <a:off x="4155931" y="209982"/>
            <a:ext cx="1040686" cy="1056335"/>
          </a:xfrm>
          <a:prstGeom prst="rect">
            <a:avLst/>
          </a:prstGeom>
        </p:spPr>
      </p:pic>
      <p:sp>
        <p:nvSpPr>
          <p:cNvPr id="41" name="TextBox 40">
            <a:extLst>
              <a:ext uri="{FF2B5EF4-FFF2-40B4-BE49-F238E27FC236}">
                <a16:creationId xmlns:a16="http://schemas.microsoft.com/office/drawing/2014/main" id="{C109C38F-F0EE-E73A-B261-4C3E63F035D9}"/>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5402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3D64B49F-5723-6E1C-CC5B-4EE68A7799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A29C8B-7B25-0D6F-83B5-AA6BF943898F}"/>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3B4DBBD4-2F31-258F-DC5F-F387BFFBEE83}"/>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992118A-5BA9-FA97-5F61-BF42E120D31C}"/>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386DEBC-5B2B-F6FF-C543-2A12CB94C1E8}"/>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15DDBC0-2DB0-3C38-AAB9-3D6DCA947F4F}"/>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A5017AB0-862F-96F6-7133-4B2DBD12EC0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35059F7A-644A-0A36-38F8-FB034EECEA97}"/>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E15B435C-98A0-DCE1-E5AD-5655D8FEDC3C}"/>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A18FFCDA-6A11-8FB8-0083-5E9FB9E5BCD9}"/>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E2D60DFB-3AA1-145E-66D2-D3DE87C39CA8}"/>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44714F14-202C-D216-9D4D-A4EDB3F87BBE}"/>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14EA7978-4E02-F7FD-6602-8D56D66A98A3}"/>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85C804E4-ACCD-E6CC-3889-152493993383}"/>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36DF3D69-7878-A43A-2FFF-1879B6D3CAD2}"/>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39E49B79-81AF-3467-2289-A762ED35CE85}"/>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383D1EA-0CF1-9F09-13E4-AA041BB3B37D}"/>
              </a:ext>
            </a:extLst>
          </p:cNvPr>
          <p:cNvSpPr txBox="1"/>
          <p:nvPr/>
        </p:nvSpPr>
        <p:spPr>
          <a:xfrm>
            <a:off x="50218" y="1302822"/>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559EAD57-7985-67EB-45BB-65F3435DA711}"/>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41906E6-2D2B-26EF-649B-CFAD68AC89CD}"/>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722F85-F6C6-825E-185F-0437FC2D3818}"/>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772106F-37F8-42B9-279E-55ECD4747F70}"/>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72DA8397-665E-CAB9-B6FB-509516972D29}"/>
              </a:ext>
            </a:extLst>
          </p:cNvPr>
          <p:cNvSpPr/>
          <p:nvPr/>
        </p:nvSpPr>
        <p:spPr>
          <a:xfrm>
            <a:off x="273497" y="1345786"/>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DB893F17-2D40-2FD4-0F05-823E551EF39F}"/>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DAD28EC6-BCAC-68DC-0188-7ADCE0EF946C}"/>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E95EEE56-91A9-CE72-A2AE-9366CE794721}"/>
              </a:ext>
            </a:extLst>
          </p:cNvPr>
          <p:cNvSpPr txBox="1"/>
          <p:nvPr/>
        </p:nvSpPr>
        <p:spPr>
          <a:xfrm>
            <a:off x="47466" y="3915979"/>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AF80101E-24B2-4A1D-C69D-3DBA5734B614}"/>
              </a:ext>
            </a:extLst>
          </p:cNvPr>
          <p:cNvSpPr txBox="1"/>
          <p:nvPr/>
        </p:nvSpPr>
        <p:spPr>
          <a:xfrm>
            <a:off x="87919" y="4528962"/>
            <a:ext cx="1171254" cy="369332"/>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C35B7F3A-2E40-634A-35CB-AE64B6FBA5B0}"/>
              </a:ext>
            </a:extLst>
          </p:cNvPr>
          <p:cNvSpPr txBox="1"/>
          <p:nvPr/>
        </p:nvSpPr>
        <p:spPr>
          <a:xfrm>
            <a:off x="87919" y="5034376"/>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hlinkClick r:id="rId23" action="ppaction://hlinksldjump"/>
            <a:extLst>
              <a:ext uri="{FF2B5EF4-FFF2-40B4-BE49-F238E27FC236}">
                <a16:creationId xmlns:a16="http://schemas.microsoft.com/office/drawing/2014/main" id="{54440333-B30B-16D2-AFE4-8B36EBB6E910}"/>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9F61500-B32B-F28A-3435-902E78244E1D}"/>
              </a:ext>
            </a:extLst>
          </p:cNvPr>
          <p:cNvPicPr>
            <a:picLocks noChangeAspect="1"/>
          </p:cNvPicPr>
          <p:nvPr/>
        </p:nvPicPr>
        <p:blipFill>
          <a:blip r:embed="rId24"/>
          <a:stretch>
            <a:fillRect/>
          </a:stretch>
        </p:blipFill>
        <p:spPr>
          <a:xfrm>
            <a:off x="4155931" y="209982"/>
            <a:ext cx="1040686" cy="1056335"/>
          </a:xfrm>
          <a:prstGeom prst="rect">
            <a:avLst/>
          </a:prstGeom>
        </p:spPr>
      </p:pic>
      <p:sp>
        <p:nvSpPr>
          <p:cNvPr id="16" name="TextBox 15">
            <a:extLst>
              <a:ext uri="{FF2B5EF4-FFF2-40B4-BE49-F238E27FC236}">
                <a16:creationId xmlns:a16="http://schemas.microsoft.com/office/drawing/2014/main" id="{4DCBA1A2-BD4F-3F79-1CC8-B20CF8607D1F}"/>
              </a:ext>
            </a:extLst>
          </p:cNvPr>
          <p:cNvSpPr txBox="1"/>
          <p:nvPr/>
        </p:nvSpPr>
        <p:spPr>
          <a:xfrm>
            <a:off x="46822" y="5511194"/>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16A6B398-10ED-C053-A594-BF2FE88E76A0}"/>
              </a:ext>
            </a:extLst>
          </p:cNvPr>
          <p:cNvGrpSpPr/>
          <p:nvPr/>
        </p:nvGrpSpPr>
        <p:grpSpPr>
          <a:xfrm>
            <a:off x="2314481" y="1630950"/>
            <a:ext cx="6728259" cy="769441"/>
            <a:chOff x="2024735" y="3009669"/>
            <a:chExt cx="5348717" cy="704046"/>
          </a:xfrm>
        </p:grpSpPr>
        <p:grpSp>
          <p:nvGrpSpPr>
            <p:cNvPr id="25" name="Group 24">
              <a:extLst>
                <a:ext uri="{FF2B5EF4-FFF2-40B4-BE49-F238E27FC236}">
                  <a16:creationId xmlns:a16="http://schemas.microsoft.com/office/drawing/2014/main" id="{33EB94CA-FDBC-210A-62C9-B639CF88ED19}"/>
                </a:ext>
              </a:extLst>
            </p:cNvPr>
            <p:cNvGrpSpPr/>
            <p:nvPr/>
          </p:nvGrpSpPr>
          <p:grpSpPr>
            <a:xfrm>
              <a:off x="2024735" y="3009669"/>
              <a:ext cx="5348717" cy="704046"/>
              <a:chOff x="1233617" y="1468779"/>
              <a:chExt cx="5348717" cy="704046"/>
            </a:xfrm>
          </p:grpSpPr>
          <p:sp>
            <p:nvSpPr>
              <p:cNvPr id="42" name="TextBox 41">
                <a:extLst>
                  <a:ext uri="{FF2B5EF4-FFF2-40B4-BE49-F238E27FC236}">
                    <a16:creationId xmlns:a16="http://schemas.microsoft.com/office/drawing/2014/main" id="{3755E910-9963-976A-A057-84E11989F4EB}"/>
                  </a:ext>
                </a:extLst>
              </p:cNvPr>
              <p:cNvSpPr txBox="1"/>
              <p:nvPr/>
            </p:nvSpPr>
            <p:spPr>
              <a:xfrm>
                <a:off x="4795926" y="1665911"/>
                <a:ext cx="1012697" cy="337943"/>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Reg. No.</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2BCB17C0-C922-F597-5B24-B3E8F0171992}"/>
                  </a:ext>
                </a:extLst>
              </p:cNvPr>
              <p:cNvSpPr/>
              <p:nvPr/>
            </p:nvSpPr>
            <p:spPr>
              <a:xfrm>
                <a:off x="1233617" y="1590527"/>
                <a:ext cx="805805" cy="42242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9BE2205B-B3B6-E448-261A-B9EBB3602BFE}"/>
                  </a:ext>
                </a:extLst>
              </p:cNvPr>
              <p:cNvSpPr/>
              <p:nvPr/>
            </p:nvSpPr>
            <p:spPr>
              <a:xfrm>
                <a:off x="1989217" y="1723541"/>
                <a:ext cx="1033045" cy="2894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5" name="Rectangle 44">
                <a:extLst>
                  <a:ext uri="{FF2B5EF4-FFF2-40B4-BE49-F238E27FC236}">
                    <a16:creationId xmlns:a16="http://schemas.microsoft.com/office/drawing/2014/main" id="{869A7B70-DF0E-D673-EE1A-4618D30A4843}"/>
                  </a:ext>
                </a:extLst>
              </p:cNvPr>
              <p:cNvSpPr/>
              <p:nvPr/>
            </p:nvSpPr>
            <p:spPr>
              <a:xfrm>
                <a:off x="2829813" y="1468779"/>
                <a:ext cx="1065869" cy="704046"/>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Student Name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46" name="Rectangle 45">
                <a:extLst>
                  <a:ext uri="{FF2B5EF4-FFF2-40B4-BE49-F238E27FC236}">
                    <a16:creationId xmlns:a16="http://schemas.microsoft.com/office/drawing/2014/main" id="{66D8CB6D-CB27-4620-829D-CCA27767DDD7}"/>
                  </a:ext>
                </a:extLst>
              </p:cNvPr>
              <p:cNvSpPr/>
              <p:nvPr/>
            </p:nvSpPr>
            <p:spPr>
              <a:xfrm>
                <a:off x="3754721" y="1692355"/>
                <a:ext cx="1041205" cy="3085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7" name="Rectangle 46">
                <a:extLst>
                  <a:ext uri="{FF2B5EF4-FFF2-40B4-BE49-F238E27FC236}">
                    <a16:creationId xmlns:a16="http://schemas.microsoft.com/office/drawing/2014/main" id="{10913DBF-7319-5661-1D1A-933F90195338}"/>
                  </a:ext>
                </a:extLst>
              </p:cNvPr>
              <p:cNvSpPr/>
              <p:nvPr/>
            </p:nvSpPr>
            <p:spPr>
              <a:xfrm>
                <a:off x="5569638" y="1670950"/>
                <a:ext cx="1012696" cy="325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C80554DB-CD96-DD83-9DA5-12A1D75D622F}"/>
                  </a:ext>
                </a:extLst>
              </p:cNvPr>
              <p:cNvSpPr/>
              <p:nvPr/>
            </p:nvSpPr>
            <p:spPr>
              <a:xfrm rot="10800000">
                <a:off x="2816671" y="1771111"/>
                <a:ext cx="186742" cy="158196"/>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49" name="Isosceles Triangle 48">
                <a:extLst>
                  <a:ext uri="{FF2B5EF4-FFF2-40B4-BE49-F238E27FC236}">
                    <a16:creationId xmlns:a16="http://schemas.microsoft.com/office/drawing/2014/main" id="{545820C6-EC38-9B89-5F11-145E62126367}"/>
                  </a:ext>
                </a:extLst>
              </p:cNvPr>
              <p:cNvSpPr/>
              <p:nvPr/>
            </p:nvSpPr>
            <p:spPr>
              <a:xfrm rot="10800000">
                <a:off x="6285770" y="1754261"/>
                <a:ext cx="266926" cy="242434"/>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grpSp>
        <p:sp>
          <p:nvSpPr>
            <p:cNvPr id="27" name="Isosceles Triangle 26">
              <a:extLst>
                <a:ext uri="{FF2B5EF4-FFF2-40B4-BE49-F238E27FC236}">
                  <a16:creationId xmlns:a16="http://schemas.microsoft.com/office/drawing/2014/main" id="{798AB4F2-424D-AF8A-FA50-A4878774A043}"/>
                </a:ext>
              </a:extLst>
            </p:cNvPr>
            <p:cNvSpPr/>
            <p:nvPr/>
          </p:nvSpPr>
          <p:spPr>
            <a:xfrm rot="10800000">
              <a:off x="5353691" y="3305510"/>
              <a:ext cx="175773" cy="263913"/>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grpSp>
      <p:sp>
        <p:nvSpPr>
          <p:cNvPr id="58" name="Rectangle 57">
            <a:extLst>
              <a:ext uri="{FF2B5EF4-FFF2-40B4-BE49-F238E27FC236}">
                <a16:creationId xmlns:a16="http://schemas.microsoft.com/office/drawing/2014/main" id="{32E96825-6FDF-DE2E-BAB8-0F3D64D59901}"/>
              </a:ext>
            </a:extLst>
          </p:cNvPr>
          <p:cNvSpPr/>
          <p:nvPr/>
        </p:nvSpPr>
        <p:spPr>
          <a:xfrm>
            <a:off x="9643959" y="1872769"/>
            <a:ext cx="1712023" cy="37287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Report</a:t>
            </a:r>
            <a:endParaRPr lang="en-IN" dirty="0">
              <a:solidFill>
                <a:schemeClr val="bg1"/>
              </a:solidFill>
              <a:latin typeface="Times New Roman" panose="02020603050405020304" pitchFamily="18" charset="0"/>
              <a:cs typeface="Times New Roman" panose="02020603050405020304" pitchFamily="18" charset="0"/>
            </a:endParaRPr>
          </a:p>
        </p:txBody>
      </p:sp>
      <p:grpSp>
        <p:nvGrpSpPr>
          <p:cNvPr id="60" name="Group 59">
            <a:extLst>
              <a:ext uri="{FF2B5EF4-FFF2-40B4-BE49-F238E27FC236}">
                <a16:creationId xmlns:a16="http://schemas.microsoft.com/office/drawing/2014/main" id="{DC2E690E-FC8D-B4C6-8EFA-A1B63D923E0E}"/>
              </a:ext>
            </a:extLst>
          </p:cNvPr>
          <p:cNvGrpSpPr/>
          <p:nvPr/>
        </p:nvGrpSpPr>
        <p:grpSpPr>
          <a:xfrm>
            <a:off x="1875621" y="2470015"/>
            <a:ext cx="9891690" cy="3598388"/>
            <a:chOff x="1354904" y="1230289"/>
            <a:chExt cx="8910920" cy="3598388"/>
          </a:xfrm>
        </p:grpSpPr>
        <p:sp>
          <p:nvSpPr>
            <p:cNvPr id="62" name="Rectangle 61">
              <a:extLst>
                <a:ext uri="{FF2B5EF4-FFF2-40B4-BE49-F238E27FC236}">
                  <a16:creationId xmlns:a16="http://schemas.microsoft.com/office/drawing/2014/main" id="{F84395B0-7F30-E4D7-5EAB-A3F94B1A2205}"/>
                </a:ext>
              </a:extLst>
            </p:cNvPr>
            <p:cNvSpPr/>
            <p:nvPr/>
          </p:nvSpPr>
          <p:spPr>
            <a:xfrm>
              <a:off x="1418879" y="1687772"/>
              <a:ext cx="1083045"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Course</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63" name="Rectangle 62">
              <a:extLst>
                <a:ext uri="{FF2B5EF4-FFF2-40B4-BE49-F238E27FC236}">
                  <a16:creationId xmlns:a16="http://schemas.microsoft.com/office/drawing/2014/main" id="{0B9BD46D-A298-C14B-6858-9EEB24D9FB81}"/>
                </a:ext>
              </a:extLst>
            </p:cNvPr>
            <p:cNvSpPr/>
            <p:nvPr/>
          </p:nvSpPr>
          <p:spPr>
            <a:xfrm>
              <a:off x="2545980" y="1752190"/>
              <a:ext cx="2296468" cy="4180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4" name="Rectangle 63">
              <a:extLst>
                <a:ext uri="{FF2B5EF4-FFF2-40B4-BE49-F238E27FC236}">
                  <a16:creationId xmlns:a16="http://schemas.microsoft.com/office/drawing/2014/main" id="{C285F722-D23A-8B73-760C-54E861573DCF}"/>
                </a:ext>
              </a:extLst>
            </p:cNvPr>
            <p:cNvSpPr/>
            <p:nvPr/>
          </p:nvSpPr>
          <p:spPr>
            <a:xfrm>
              <a:off x="5804652" y="1230289"/>
              <a:ext cx="1933746"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Last visited on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AC3FF24B-C773-00F3-AC81-DA1FD9207AF0}"/>
                </a:ext>
              </a:extLst>
            </p:cNvPr>
            <p:cNvSpPr/>
            <p:nvPr/>
          </p:nvSpPr>
          <p:spPr>
            <a:xfrm>
              <a:off x="7636171" y="1318619"/>
              <a:ext cx="668505" cy="3553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7" name="Rectangle 66">
              <a:extLst>
                <a:ext uri="{FF2B5EF4-FFF2-40B4-BE49-F238E27FC236}">
                  <a16:creationId xmlns:a16="http://schemas.microsoft.com/office/drawing/2014/main" id="{4EB9B05F-A1DE-A61B-63FC-C5EB2F798C40}"/>
                </a:ext>
              </a:extLst>
            </p:cNvPr>
            <p:cNvSpPr/>
            <p:nvPr/>
          </p:nvSpPr>
          <p:spPr>
            <a:xfrm>
              <a:off x="8206570" y="1299625"/>
              <a:ext cx="1496014"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Hours spent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68" name="Rectangle 67">
              <a:extLst>
                <a:ext uri="{FF2B5EF4-FFF2-40B4-BE49-F238E27FC236}">
                  <a16:creationId xmlns:a16="http://schemas.microsoft.com/office/drawing/2014/main" id="{9C786679-DF86-4D5C-969D-EF26129F8F27}"/>
                </a:ext>
              </a:extLst>
            </p:cNvPr>
            <p:cNvSpPr/>
            <p:nvPr/>
          </p:nvSpPr>
          <p:spPr>
            <a:xfrm>
              <a:off x="9660690" y="1364192"/>
              <a:ext cx="605134" cy="3678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9" name="Rectangle 68">
              <a:extLst>
                <a:ext uri="{FF2B5EF4-FFF2-40B4-BE49-F238E27FC236}">
                  <a16:creationId xmlns:a16="http://schemas.microsoft.com/office/drawing/2014/main" id="{C213B20C-6EDD-00FC-271B-DBB1C3AAE957}"/>
                </a:ext>
              </a:extLst>
            </p:cNvPr>
            <p:cNvSpPr/>
            <p:nvPr/>
          </p:nvSpPr>
          <p:spPr>
            <a:xfrm>
              <a:off x="1354904" y="2442553"/>
              <a:ext cx="3105669"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No. of Topics completed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70" name="Rectangle 69">
              <a:extLst>
                <a:ext uri="{FF2B5EF4-FFF2-40B4-BE49-F238E27FC236}">
                  <a16:creationId xmlns:a16="http://schemas.microsoft.com/office/drawing/2014/main" id="{6B47875B-5D13-E39D-BE17-3BBADFD0DD75}"/>
                </a:ext>
              </a:extLst>
            </p:cNvPr>
            <p:cNvSpPr/>
            <p:nvPr/>
          </p:nvSpPr>
          <p:spPr>
            <a:xfrm>
              <a:off x="1496014" y="3071514"/>
              <a:ext cx="3214766"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No. of Mock Tests attempted</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72" name="Rectangle 71">
              <a:extLst>
                <a:ext uri="{FF2B5EF4-FFF2-40B4-BE49-F238E27FC236}">
                  <a16:creationId xmlns:a16="http://schemas.microsoft.com/office/drawing/2014/main" id="{0781C858-8222-F8D3-A2AC-B95360AD7D0D}"/>
                </a:ext>
              </a:extLst>
            </p:cNvPr>
            <p:cNvSpPr/>
            <p:nvPr/>
          </p:nvSpPr>
          <p:spPr>
            <a:xfrm>
              <a:off x="5711022" y="1864232"/>
              <a:ext cx="2569949"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400" dirty="0">
                  <a:ln/>
                  <a:solidFill>
                    <a:schemeClr val="bg1"/>
                  </a:solidFill>
                  <a:latin typeface="Times New Roman" panose="02020603050405020304" pitchFamily="18" charset="0"/>
                  <a:cs typeface="Times New Roman" panose="02020603050405020304" pitchFamily="18" charset="0"/>
                </a:rPr>
                <a:t> </a:t>
              </a:r>
              <a:r>
                <a:rPr lang="en-US" sz="2000" dirty="0">
                  <a:ln/>
                  <a:solidFill>
                    <a:schemeClr val="bg1"/>
                  </a:solidFill>
                  <a:latin typeface="Times New Roman" panose="02020603050405020304" pitchFamily="18" charset="0"/>
                  <a:cs typeface="Times New Roman" panose="02020603050405020304" pitchFamily="18" charset="0"/>
                </a:rPr>
                <a:t>No. of times visited </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73" name="Rectangle 72">
              <a:extLst>
                <a:ext uri="{FF2B5EF4-FFF2-40B4-BE49-F238E27FC236}">
                  <a16:creationId xmlns:a16="http://schemas.microsoft.com/office/drawing/2014/main" id="{F79C0525-9A7D-D63B-52CD-B82DBF7E0E5B}"/>
                </a:ext>
              </a:extLst>
            </p:cNvPr>
            <p:cNvSpPr/>
            <p:nvPr/>
          </p:nvSpPr>
          <p:spPr>
            <a:xfrm>
              <a:off x="8304676" y="1933947"/>
              <a:ext cx="1230427" cy="372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4" name="Rectangle 73">
              <a:extLst>
                <a:ext uri="{FF2B5EF4-FFF2-40B4-BE49-F238E27FC236}">
                  <a16:creationId xmlns:a16="http://schemas.microsoft.com/office/drawing/2014/main" id="{33005BE7-11C4-D775-0A50-F986364C5035}"/>
                </a:ext>
              </a:extLst>
            </p:cNvPr>
            <p:cNvSpPr/>
            <p:nvPr/>
          </p:nvSpPr>
          <p:spPr>
            <a:xfrm>
              <a:off x="1506288" y="3767333"/>
              <a:ext cx="3425307"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No. of Assignments Submitted</a:t>
              </a:r>
              <a:endParaRPr lang="en-US" sz="2400" dirty="0">
                <a:ln/>
                <a:solidFill>
                  <a:schemeClr val="bg1"/>
                </a:solidFill>
                <a:latin typeface="Times New Roman" panose="02020603050405020304" pitchFamily="18" charset="0"/>
                <a:cs typeface="Times New Roman" panose="02020603050405020304" pitchFamily="18" charset="0"/>
              </a:endParaRPr>
            </a:p>
          </p:txBody>
        </p:sp>
        <p:sp>
          <p:nvSpPr>
            <p:cNvPr id="75" name="Rectangle 74">
              <a:extLst>
                <a:ext uri="{FF2B5EF4-FFF2-40B4-BE49-F238E27FC236}">
                  <a16:creationId xmlns:a16="http://schemas.microsoft.com/office/drawing/2014/main" id="{4B152535-FCD0-3125-736D-E8AD83482520}"/>
                </a:ext>
              </a:extLst>
            </p:cNvPr>
            <p:cNvSpPr/>
            <p:nvPr/>
          </p:nvSpPr>
          <p:spPr>
            <a:xfrm>
              <a:off x="4656879" y="2533263"/>
              <a:ext cx="1230427" cy="372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6" name="Rectangle 75">
              <a:extLst>
                <a:ext uri="{FF2B5EF4-FFF2-40B4-BE49-F238E27FC236}">
                  <a16:creationId xmlns:a16="http://schemas.microsoft.com/office/drawing/2014/main" id="{2AD371B5-0C5F-DC5F-EE3B-9237C9420A22}"/>
                </a:ext>
              </a:extLst>
            </p:cNvPr>
            <p:cNvSpPr/>
            <p:nvPr/>
          </p:nvSpPr>
          <p:spPr>
            <a:xfrm>
              <a:off x="4759557" y="3181539"/>
              <a:ext cx="1230427" cy="372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7" name="Rectangle 76">
              <a:extLst>
                <a:ext uri="{FF2B5EF4-FFF2-40B4-BE49-F238E27FC236}">
                  <a16:creationId xmlns:a16="http://schemas.microsoft.com/office/drawing/2014/main" id="{C7446DF3-8370-2CB1-828A-9E326B61DFC7}"/>
                </a:ext>
              </a:extLst>
            </p:cNvPr>
            <p:cNvSpPr/>
            <p:nvPr/>
          </p:nvSpPr>
          <p:spPr>
            <a:xfrm>
              <a:off x="4865573" y="3850722"/>
              <a:ext cx="1124411" cy="3466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9" name="Rectangle 78">
              <a:extLst>
                <a:ext uri="{FF2B5EF4-FFF2-40B4-BE49-F238E27FC236}">
                  <a16:creationId xmlns:a16="http://schemas.microsoft.com/office/drawing/2014/main" id="{74459E3D-020F-F9BA-4660-D5CC6C6CDAA2}"/>
                </a:ext>
              </a:extLst>
            </p:cNvPr>
            <p:cNvSpPr/>
            <p:nvPr/>
          </p:nvSpPr>
          <p:spPr>
            <a:xfrm>
              <a:off x="1425331" y="4428567"/>
              <a:ext cx="3056575" cy="40011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dirty="0">
                  <a:ln/>
                  <a:solidFill>
                    <a:schemeClr val="bg1"/>
                  </a:solidFill>
                  <a:latin typeface="Times New Roman" panose="02020603050405020304" pitchFamily="18" charset="0"/>
                  <a:cs typeface="Times New Roman" panose="02020603050405020304" pitchFamily="18" charset="0"/>
                </a:rPr>
                <a:t>No. of Quizzes Submitted</a:t>
              </a:r>
              <a:endParaRPr lang="en-US" sz="2400" dirty="0">
                <a:ln/>
                <a:solidFill>
                  <a:schemeClr val="bg1"/>
                </a:solidFill>
                <a:latin typeface="Times New Roman" panose="02020603050405020304" pitchFamily="18" charset="0"/>
                <a:cs typeface="Times New Roman" panose="02020603050405020304" pitchFamily="18" charset="0"/>
              </a:endParaRPr>
            </a:p>
          </p:txBody>
        </p:sp>
      </p:grpSp>
      <p:sp>
        <p:nvSpPr>
          <p:cNvPr id="80" name="Rectangle 79">
            <a:extLst>
              <a:ext uri="{FF2B5EF4-FFF2-40B4-BE49-F238E27FC236}">
                <a16:creationId xmlns:a16="http://schemas.microsoft.com/office/drawing/2014/main" id="{02734999-DF0E-CB15-3C38-4D274A34FA71}"/>
              </a:ext>
            </a:extLst>
          </p:cNvPr>
          <p:cNvSpPr/>
          <p:nvPr/>
        </p:nvSpPr>
        <p:spPr>
          <a:xfrm>
            <a:off x="5678611" y="5688975"/>
            <a:ext cx="1248168" cy="3466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1" name="TextBox 80">
            <a:extLst>
              <a:ext uri="{FF2B5EF4-FFF2-40B4-BE49-F238E27FC236}">
                <a16:creationId xmlns:a16="http://schemas.microsoft.com/office/drawing/2014/main" id="{92337AC0-1E0D-2743-2133-B36D7C1CD1C1}"/>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778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EAABCEF-D2BD-9113-2097-D6A5312B6F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D27928-D7A0-8E18-E843-A4DB238CCF10}"/>
              </a:ext>
            </a:extLst>
          </p:cNvPr>
          <p:cNvSpPr txBox="1"/>
          <p:nvPr/>
        </p:nvSpPr>
        <p:spPr>
          <a:xfrm>
            <a:off x="0" y="187530"/>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CE07AFE8-443E-A6AA-57FD-A0B13AB000F9}"/>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57C37A2-1FDF-DB02-AA65-0181DA3BE4D6}"/>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DC87BC7-60C6-9997-5445-A0A076A9C083}"/>
              </a:ext>
            </a:extLst>
          </p:cNvPr>
          <p:cNvSpPr txBox="1"/>
          <p:nvPr/>
        </p:nvSpPr>
        <p:spPr>
          <a:xfrm>
            <a:off x="7330610" y="636995"/>
            <a:ext cx="130893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7A29718-7066-FFF4-E14D-7926E0870933}"/>
              </a:ext>
            </a:extLst>
          </p:cNvPr>
          <p:cNvSpPr txBox="1"/>
          <p:nvPr/>
        </p:nvSpPr>
        <p:spPr>
          <a:xfrm>
            <a:off x="6185035" y="636998"/>
            <a:ext cx="8835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8D537BE1-03A3-0009-4481-571CF7263D7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C9D9EE5B-1A0E-B8E4-D7CD-099CEBBF2A97}"/>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1B7BB9FF-FF01-821E-293F-A16EE12D0740}"/>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8FCEDED2-3C81-2BF1-2368-D359181787E4}"/>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79BEED74-0157-14FD-9023-0E0013E2D885}"/>
              </a:ext>
            </a:extLst>
          </p:cNvPr>
          <p:cNvSpPr/>
          <p:nvPr/>
        </p:nvSpPr>
        <p:spPr>
          <a:xfrm>
            <a:off x="673546" y="286048"/>
            <a:ext cx="3556174"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rgbClr val="FFFF00"/>
                </a:solidFill>
              </a:rPr>
              <a:t>VVVC Insight</a:t>
            </a:r>
            <a:endParaRPr lang="en-US" sz="4400" b="1" cap="none" spc="0" dirty="0">
              <a:ln/>
              <a:solidFill>
                <a:srgbClr val="FFFF00"/>
              </a:solidFill>
              <a:effectLst/>
            </a:endParaRPr>
          </a:p>
        </p:txBody>
      </p:sp>
      <p:sp>
        <p:nvSpPr>
          <p:cNvPr id="23" name="TextBox 22">
            <a:extLst>
              <a:ext uri="{FF2B5EF4-FFF2-40B4-BE49-F238E27FC236}">
                <a16:creationId xmlns:a16="http://schemas.microsoft.com/office/drawing/2014/main" id="{FC783E0A-6C93-222D-6C61-045E9F3E32A8}"/>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FB829F03-6037-9520-CB0B-0CF9BCF7E2DC}"/>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A8A39473-23F6-F72C-CF2F-7102B67D43CE}"/>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A037B4C9-8545-E883-443A-2AEC9FEE141D}"/>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18DA1E78-AD91-BFEC-EA70-10D3152F075B}"/>
              </a:ext>
            </a:extLst>
          </p:cNvPr>
          <p:cNvSpPr txBox="1"/>
          <p:nvPr/>
        </p:nvSpPr>
        <p:spPr>
          <a:xfrm>
            <a:off x="11141941" y="641032"/>
            <a:ext cx="8835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Logout</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73EFA07-A1CB-6B1B-6D61-22554A5012B9}"/>
              </a:ext>
            </a:extLst>
          </p:cNvPr>
          <p:cNvSpPr txBox="1"/>
          <p:nvPr/>
        </p:nvSpPr>
        <p:spPr>
          <a:xfrm>
            <a:off x="50218" y="1302822"/>
            <a:ext cx="1340777" cy="5123016"/>
          </a:xfrm>
          <a:prstGeom prst="rect">
            <a:avLst/>
          </a:prstGeom>
          <a:solidFill>
            <a:schemeClr val="bg1">
              <a:lumMod val="50000"/>
            </a:schemeClr>
          </a:solidFill>
        </p:spPr>
        <p:txBody>
          <a:bodyPr wrap="square" rtlCol="0">
            <a:spAutoFit/>
          </a:bodyPr>
          <a:lstStyle/>
          <a:p>
            <a:endParaRPr lang="en-IN" dirty="0"/>
          </a:p>
        </p:txBody>
      </p:sp>
      <p:cxnSp>
        <p:nvCxnSpPr>
          <p:cNvPr id="30" name="Straight Connector 29">
            <a:extLst>
              <a:ext uri="{FF2B5EF4-FFF2-40B4-BE49-F238E27FC236}">
                <a16:creationId xmlns:a16="http://schemas.microsoft.com/office/drawing/2014/main" id="{7F83F5B3-AE07-8E20-85D9-D6532B78A959}"/>
              </a:ext>
            </a:extLst>
          </p:cNvPr>
          <p:cNvCxnSpPr/>
          <p:nvPr/>
        </p:nvCxnSpPr>
        <p:spPr>
          <a:xfrm>
            <a:off x="143838" y="543084"/>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6193F38-EBF6-BAD0-7767-8F2493C7B303}"/>
              </a:ext>
            </a:extLst>
          </p:cNvPr>
          <p:cNvCxnSpPr/>
          <p:nvPr/>
        </p:nvCxnSpPr>
        <p:spPr>
          <a:xfrm>
            <a:off x="143838" y="682958"/>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7503D03-E537-C835-EC88-303A4FCF2986}"/>
              </a:ext>
            </a:extLst>
          </p:cNvPr>
          <p:cNvCxnSpPr/>
          <p:nvPr/>
        </p:nvCxnSpPr>
        <p:spPr>
          <a:xfrm>
            <a:off x="143838" y="821661"/>
            <a:ext cx="5137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2BAC6CC-0451-7CF8-64DB-FE4A4FAC5FD3}"/>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7"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A8C72F02-B4F8-BF76-9320-5943461E25CF}"/>
              </a:ext>
            </a:extLst>
          </p:cNvPr>
          <p:cNvSpPr/>
          <p:nvPr/>
        </p:nvSpPr>
        <p:spPr>
          <a:xfrm>
            <a:off x="273497" y="1345786"/>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5" name="TextBox 34">
            <a:extLst>
              <a:ext uri="{FF2B5EF4-FFF2-40B4-BE49-F238E27FC236}">
                <a16:creationId xmlns:a16="http://schemas.microsoft.com/office/drawing/2014/main" id="{A85E7E3C-36E9-81A3-25FF-9E06EBA25E72}"/>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732D461C-B6BC-7CAB-197F-9F511E3775E0}"/>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BA0E08A2-7C78-8DCD-245F-0C3D34DFF21B}"/>
              </a:ext>
            </a:extLst>
          </p:cNvPr>
          <p:cNvSpPr txBox="1"/>
          <p:nvPr/>
        </p:nvSpPr>
        <p:spPr>
          <a:xfrm>
            <a:off x="47466" y="3915979"/>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B8159653-C61D-8142-254E-B1BD92B9E74F}"/>
              </a:ext>
            </a:extLst>
          </p:cNvPr>
          <p:cNvSpPr txBox="1"/>
          <p:nvPr/>
        </p:nvSpPr>
        <p:spPr>
          <a:xfrm>
            <a:off x="87919" y="4528962"/>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84217325-6AA4-AE2D-F8ED-90E175256B1C}"/>
              </a:ext>
            </a:extLst>
          </p:cNvPr>
          <p:cNvSpPr txBox="1"/>
          <p:nvPr/>
        </p:nvSpPr>
        <p:spPr>
          <a:xfrm>
            <a:off x="67371" y="5436950"/>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40" name="TextBox 39">
            <a:hlinkClick r:id="rId23" action="ppaction://hlinksldjump"/>
            <a:extLst>
              <a:ext uri="{FF2B5EF4-FFF2-40B4-BE49-F238E27FC236}">
                <a16:creationId xmlns:a16="http://schemas.microsoft.com/office/drawing/2014/main" id="{BDD3C2F5-0C42-3E15-CC14-7D34A04434AC}"/>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graphicFrame>
        <p:nvGraphicFramePr>
          <p:cNvPr id="57" name="Table 56">
            <a:extLst>
              <a:ext uri="{FF2B5EF4-FFF2-40B4-BE49-F238E27FC236}">
                <a16:creationId xmlns:a16="http://schemas.microsoft.com/office/drawing/2014/main" id="{75ADCC2C-C7DB-0D88-57EE-540411F6BAE1}"/>
              </a:ext>
            </a:extLst>
          </p:cNvPr>
          <p:cNvGraphicFramePr>
            <a:graphicFrameLocks noGrp="1"/>
          </p:cNvGraphicFramePr>
          <p:nvPr>
            <p:extLst>
              <p:ext uri="{D42A27DB-BD31-4B8C-83A1-F6EECF244321}">
                <p14:modId xmlns:p14="http://schemas.microsoft.com/office/powerpoint/2010/main" val="2093601187"/>
              </p:ext>
            </p:extLst>
          </p:nvPr>
        </p:nvGraphicFramePr>
        <p:xfrm>
          <a:off x="1651248" y="1830717"/>
          <a:ext cx="10326177" cy="3789610"/>
        </p:xfrm>
        <a:graphic>
          <a:graphicData uri="http://schemas.openxmlformats.org/drawingml/2006/table">
            <a:tbl>
              <a:tblPr firstRow="1" bandRow="1">
                <a:tableStyleId>{5940675A-B579-460E-94D1-54222C63F5DA}</a:tableStyleId>
              </a:tblPr>
              <a:tblGrid>
                <a:gridCol w="398830">
                  <a:extLst>
                    <a:ext uri="{9D8B030D-6E8A-4147-A177-3AD203B41FA5}">
                      <a16:colId xmlns:a16="http://schemas.microsoft.com/office/drawing/2014/main" val="865568936"/>
                    </a:ext>
                  </a:extLst>
                </a:gridCol>
                <a:gridCol w="578388">
                  <a:extLst>
                    <a:ext uri="{9D8B030D-6E8A-4147-A177-3AD203B41FA5}">
                      <a16:colId xmlns:a16="http://schemas.microsoft.com/office/drawing/2014/main" val="762149433"/>
                    </a:ext>
                  </a:extLst>
                </a:gridCol>
                <a:gridCol w="712078">
                  <a:extLst>
                    <a:ext uri="{9D8B030D-6E8A-4147-A177-3AD203B41FA5}">
                      <a16:colId xmlns:a16="http://schemas.microsoft.com/office/drawing/2014/main" val="3206429437"/>
                    </a:ext>
                  </a:extLst>
                </a:gridCol>
                <a:gridCol w="921016">
                  <a:extLst>
                    <a:ext uri="{9D8B030D-6E8A-4147-A177-3AD203B41FA5}">
                      <a16:colId xmlns:a16="http://schemas.microsoft.com/office/drawing/2014/main" val="1306627988"/>
                    </a:ext>
                  </a:extLst>
                </a:gridCol>
                <a:gridCol w="742831">
                  <a:extLst>
                    <a:ext uri="{9D8B030D-6E8A-4147-A177-3AD203B41FA5}">
                      <a16:colId xmlns:a16="http://schemas.microsoft.com/office/drawing/2014/main" val="1038451730"/>
                    </a:ext>
                  </a:extLst>
                </a:gridCol>
                <a:gridCol w="742831">
                  <a:extLst>
                    <a:ext uri="{9D8B030D-6E8A-4147-A177-3AD203B41FA5}">
                      <a16:colId xmlns:a16="http://schemas.microsoft.com/office/drawing/2014/main" val="2816019056"/>
                    </a:ext>
                  </a:extLst>
                </a:gridCol>
                <a:gridCol w="742831">
                  <a:extLst>
                    <a:ext uri="{9D8B030D-6E8A-4147-A177-3AD203B41FA5}">
                      <a16:colId xmlns:a16="http://schemas.microsoft.com/office/drawing/2014/main" val="694394158"/>
                    </a:ext>
                  </a:extLst>
                </a:gridCol>
                <a:gridCol w="742831">
                  <a:extLst>
                    <a:ext uri="{9D8B030D-6E8A-4147-A177-3AD203B41FA5}">
                      <a16:colId xmlns:a16="http://schemas.microsoft.com/office/drawing/2014/main" val="1521930717"/>
                    </a:ext>
                  </a:extLst>
                </a:gridCol>
                <a:gridCol w="742831">
                  <a:extLst>
                    <a:ext uri="{9D8B030D-6E8A-4147-A177-3AD203B41FA5}">
                      <a16:colId xmlns:a16="http://schemas.microsoft.com/office/drawing/2014/main" val="323750487"/>
                    </a:ext>
                  </a:extLst>
                </a:gridCol>
                <a:gridCol w="742831">
                  <a:extLst>
                    <a:ext uri="{9D8B030D-6E8A-4147-A177-3AD203B41FA5}">
                      <a16:colId xmlns:a16="http://schemas.microsoft.com/office/drawing/2014/main" val="3586023471"/>
                    </a:ext>
                  </a:extLst>
                </a:gridCol>
                <a:gridCol w="742831">
                  <a:extLst>
                    <a:ext uri="{9D8B030D-6E8A-4147-A177-3AD203B41FA5}">
                      <a16:colId xmlns:a16="http://schemas.microsoft.com/office/drawing/2014/main" val="426103957"/>
                    </a:ext>
                  </a:extLst>
                </a:gridCol>
                <a:gridCol w="669117">
                  <a:extLst>
                    <a:ext uri="{9D8B030D-6E8A-4147-A177-3AD203B41FA5}">
                      <a16:colId xmlns:a16="http://schemas.microsoft.com/office/drawing/2014/main" val="2984980091"/>
                    </a:ext>
                  </a:extLst>
                </a:gridCol>
                <a:gridCol w="565225">
                  <a:extLst>
                    <a:ext uri="{9D8B030D-6E8A-4147-A177-3AD203B41FA5}">
                      <a16:colId xmlns:a16="http://schemas.microsoft.com/office/drawing/2014/main" val="595962606"/>
                    </a:ext>
                  </a:extLst>
                </a:gridCol>
                <a:gridCol w="640853">
                  <a:extLst>
                    <a:ext uri="{9D8B030D-6E8A-4147-A177-3AD203B41FA5}">
                      <a16:colId xmlns:a16="http://schemas.microsoft.com/office/drawing/2014/main" val="3463120780"/>
                    </a:ext>
                  </a:extLst>
                </a:gridCol>
                <a:gridCol w="640853">
                  <a:extLst>
                    <a:ext uri="{9D8B030D-6E8A-4147-A177-3AD203B41FA5}">
                      <a16:colId xmlns:a16="http://schemas.microsoft.com/office/drawing/2014/main" val="2887836924"/>
                    </a:ext>
                  </a:extLst>
                </a:gridCol>
              </a:tblGrid>
              <a:tr h="1618078">
                <a:tc>
                  <a:txBody>
                    <a:bodyPr/>
                    <a:lstStyle/>
                    <a:p>
                      <a:r>
                        <a:rPr lang="en-US" dirty="0" err="1">
                          <a:solidFill>
                            <a:schemeClr val="bg1"/>
                          </a:solidFill>
                          <a:latin typeface="Times New Roman" panose="02020603050405020304" pitchFamily="18" charset="0"/>
                          <a:cs typeface="Times New Roman" panose="02020603050405020304" pitchFamily="18" charset="0"/>
                        </a:rPr>
                        <a:t>S.No</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err="1">
                          <a:solidFill>
                            <a:schemeClr val="bg1"/>
                          </a:solidFill>
                          <a:latin typeface="Times New Roman" panose="02020603050405020304" pitchFamily="18" charset="0"/>
                          <a:cs typeface="Times New Roman" panose="02020603050405020304" pitchFamily="18" charset="0"/>
                        </a:rPr>
                        <a:t>Reg.No</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Student Name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Periodic Test I (100)</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Periodic Test II (100)</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Periodic Test III (100)</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Assignment 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Assignment II</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III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Test Average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Assignment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Total</a:t>
                      </a:r>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6378703"/>
                  </a:ext>
                </a:extLst>
              </a:tr>
              <a:tr h="410450">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9585994"/>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4219853"/>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0345844"/>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5778605"/>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7208564"/>
                  </a:ext>
                </a:extLst>
              </a:tr>
            </a:tbl>
          </a:graphicData>
        </a:graphic>
      </p:graphicFrame>
      <p:pic>
        <p:nvPicPr>
          <p:cNvPr id="11" name="Picture 10">
            <a:extLst>
              <a:ext uri="{FF2B5EF4-FFF2-40B4-BE49-F238E27FC236}">
                <a16:creationId xmlns:a16="http://schemas.microsoft.com/office/drawing/2014/main" id="{B7C034A5-BB1C-7185-5BFE-CCBA7BB2B0C3}"/>
              </a:ext>
            </a:extLst>
          </p:cNvPr>
          <p:cNvPicPr>
            <a:picLocks noChangeAspect="1"/>
          </p:cNvPicPr>
          <p:nvPr/>
        </p:nvPicPr>
        <p:blipFill>
          <a:blip r:embed="rId24"/>
          <a:stretch>
            <a:fillRect/>
          </a:stretch>
        </p:blipFill>
        <p:spPr>
          <a:xfrm>
            <a:off x="4155931" y="209982"/>
            <a:ext cx="1040686" cy="1056335"/>
          </a:xfrm>
          <a:prstGeom prst="rect">
            <a:avLst/>
          </a:prstGeom>
        </p:spPr>
      </p:pic>
      <p:sp>
        <p:nvSpPr>
          <p:cNvPr id="16" name="TextBox 15">
            <a:extLst>
              <a:ext uri="{FF2B5EF4-FFF2-40B4-BE49-F238E27FC236}">
                <a16:creationId xmlns:a16="http://schemas.microsoft.com/office/drawing/2014/main" id="{0DB24B03-C223-5169-A3D6-858E37E0B009}"/>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09307C2-8008-4277-93DB-5E37C2BD1756}"/>
              </a:ext>
            </a:extLst>
          </p:cNvPr>
          <p:cNvSpPr txBox="1"/>
          <p:nvPr/>
        </p:nvSpPr>
        <p:spPr>
          <a:xfrm>
            <a:off x="410666" y="4995980"/>
            <a:ext cx="940384"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6" action="ppaction://hlinksldjump">
                  <a:extLst>
                    <a:ext uri="{A12FA001-AC4F-418D-AE19-62706E023703}">
                      <ahyp:hlinkClr xmlns:ahyp="http://schemas.microsoft.com/office/drawing/2018/hyperlinkcolor" xmlns="" val="tx"/>
                    </a:ext>
                  </a:extLst>
                </a:hlinkClick>
              </a:rPr>
              <a:t>Report</a:t>
            </a:r>
            <a:endParaRPr lang="en-IN" b="1"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EF247647-3989-BB38-B7A3-74C335BB6754}"/>
              </a:ext>
            </a:extLst>
          </p:cNvPr>
          <p:cNvSpPr/>
          <p:nvPr/>
        </p:nvSpPr>
        <p:spPr>
          <a:xfrm>
            <a:off x="4434294" y="5784770"/>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Save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45807301-57F7-C9AB-1C37-F426C1110359}"/>
              </a:ext>
            </a:extLst>
          </p:cNvPr>
          <p:cNvSpPr/>
          <p:nvPr/>
        </p:nvSpPr>
        <p:spPr>
          <a:xfrm>
            <a:off x="6858699" y="5784770"/>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Download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AD413B4B-1736-DB86-FEF1-98D3321D7A25}"/>
              </a:ext>
            </a:extLst>
          </p:cNvPr>
          <p:cNvSpPr txBox="1"/>
          <p:nvPr/>
        </p:nvSpPr>
        <p:spPr>
          <a:xfrm>
            <a:off x="1690955" y="1330560"/>
            <a:ext cx="1442663"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Course Code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6B8A0430-93D9-3387-28BD-B66AE97DB612}"/>
              </a:ext>
            </a:extLst>
          </p:cNvPr>
          <p:cNvSpPr txBox="1"/>
          <p:nvPr/>
        </p:nvSpPr>
        <p:spPr>
          <a:xfrm>
            <a:off x="4268911" y="1330560"/>
            <a:ext cx="1409700"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Course Title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73634EBB-BC30-481F-A42E-40678D54CBF8}"/>
              </a:ext>
            </a:extLst>
          </p:cNvPr>
          <p:cNvSpPr/>
          <p:nvPr/>
        </p:nvSpPr>
        <p:spPr>
          <a:xfrm>
            <a:off x="3027485" y="1383597"/>
            <a:ext cx="1299488" cy="3162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1" name="Rectangle 40">
            <a:extLst>
              <a:ext uri="{FF2B5EF4-FFF2-40B4-BE49-F238E27FC236}">
                <a16:creationId xmlns:a16="http://schemas.microsoft.com/office/drawing/2014/main" id="{A6920806-F388-187C-D5BD-318C87C54989}"/>
              </a:ext>
            </a:extLst>
          </p:cNvPr>
          <p:cNvSpPr/>
          <p:nvPr/>
        </p:nvSpPr>
        <p:spPr>
          <a:xfrm>
            <a:off x="5678611" y="1329106"/>
            <a:ext cx="1309753" cy="3371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2" name="Isosceles Triangle 41">
            <a:extLst>
              <a:ext uri="{FF2B5EF4-FFF2-40B4-BE49-F238E27FC236}">
                <a16:creationId xmlns:a16="http://schemas.microsoft.com/office/drawing/2014/main" id="{5B72F8B3-7BBC-09FC-90CA-A9E57A4EB106}"/>
              </a:ext>
            </a:extLst>
          </p:cNvPr>
          <p:cNvSpPr/>
          <p:nvPr/>
        </p:nvSpPr>
        <p:spPr>
          <a:xfrm rot="10800000">
            <a:off x="4068357" y="1435586"/>
            <a:ext cx="234907" cy="172890"/>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46" name="Isosceles Triangle 45">
            <a:extLst>
              <a:ext uri="{FF2B5EF4-FFF2-40B4-BE49-F238E27FC236}">
                <a16:creationId xmlns:a16="http://schemas.microsoft.com/office/drawing/2014/main" id="{6FB98DB8-6406-89E6-9638-5574963894F7}"/>
              </a:ext>
            </a:extLst>
          </p:cNvPr>
          <p:cNvSpPr/>
          <p:nvPr/>
        </p:nvSpPr>
        <p:spPr>
          <a:xfrm rot="10800000">
            <a:off x="6741246" y="1433041"/>
            <a:ext cx="234907" cy="172890"/>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47" name="Rectangle 46">
            <a:extLst>
              <a:ext uri="{FF2B5EF4-FFF2-40B4-BE49-F238E27FC236}">
                <a16:creationId xmlns:a16="http://schemas.microsoft.com/office/drawing/2014/main" id="{7EA35267-F5F5-4EF7-385F-99AC67E42DE3}"/>
              </a:ext>
            </a:extLst>
          </p:cNvPr>
          <p:cNvSpPr/>
          <p:nvPr/>
        </p:nvSpPr>
        <p:spPr>
          <a:xfrm>
            <a:off x="7831807" y="1295117"/>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Entry</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EF5DEA6-007C-05FE-AEAD-4E2962B83CDE}"/>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6362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12A81C8B-12B7-773F-87EC-30521F10A1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5CE5F0-10A4-999D-E47D-59C3379437F0}"/>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AD6EF26A-F34F-11CA-B3DA-49C05089438C}"/>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EAB5FFC-95AB-69D7-6BA4-97F1EC0D6289}"/>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CDF78EB-879E-9A9E-352B-43E28326807D}"/>
              </a:ext>
            </a:extLst>
          </p:cNvPr>
          <p:cNvSpPr txBox="1"/>
          <p:nvPr/>
        </p:nvSpPr>
        <p:spPr>
          <a:xfrm>
            <a:off x="7380455" y="609585"/>
            <a:ext cx="1287321"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DFABD77-9677-7BA0-BA32-2BAD5BEBA317}"/>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C9280205-D731-1FE4-8AEF-D3AC199DAD9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C69EA305-F846-9E83-EBAB-47BB85571936}"/>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6957B1B7-C677-FCBC-3B7D-BA58FE7328BB}"/>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69E2B445-4937-ED1F-348B-43D88C2D0B6C}"/>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AEF305FA-6566-DA51-27D1-653846888ACE}"/>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FB14B318-4757-E938-C53C-6D6C128D13D4}"/>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D952487B-0FA8-919F-DF62-998A99769485}"/>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05B26AD3-8A88-55C8-44AF-7956F660627C}"/>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46279EAB-BE6C-9D11-3B08-14FF7E451B22}"/>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8791C541-0456-870E-55DB-4EFBEA599CA3}"/>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570D9CC7-7A80-8A41-0E5D-6E3D4D52C048}"/>
              </a:ext>
            </a:extLst>
          </p:cNvPr>
          <p:cNvPicPr>
            <a:picLocks noChangeAspect="1"/>
          </p:cNvPicPr>
          <p:nvPr/>
        </p:nvPicPr>
        <p:blipFill>
          <a:blip r:embed="rId17"/>
          <a:stretch>
            <a:fillRect/>
          </a:stretch>
        </p:blipFill>
        <p:spPr>
          <a:xfrm>
            <a:off x="121310" y="334827"/>
            <a:ext cx="737102" cy="748186"/>
          </a:xfrm>
          <a:prstGeom prst="rect">
            <a:avLst/>
          </a:prstGeom>
        </p:spPr>
      </p:pic>
      <p:sp>
        <p:nvSpPr>
          <p:cNvPr id="30" name="TextBox 29">
            <a:extLst>
              <a:ext uri="{FF2B5EF4-FFF2-40B4-BE49-F238E27FC236}">
                <a16:creationId xmlns:a16="http://schemas.microsoft.com/office/drawing/2014/main" id="{6B521681-BE64-478F-7EF3-32C92B107EB0}"/>
              </a:ext>
            </a:extLst>
          </p:cNvPr>
          <p:cNvSpPr txBox="1"/>
          <p:nvPr/>
        </p:nvSpPr>
        <p:spPr>
          <a:xfrm>
            <a:off x="2291133" y="1563150"/>
            <a:ext cx="8671389" cy="4370427"/>
          </a:xfrm>
          <a:prstGeom prst="rect">
            <a:avLst/>
          </a:prstGeom>
          <a:noFill/>
        </p:spPr>
        <p:txBody>
          <a:bodyPr wrap="square">
            <a:spAutoFit/>
          </a:bodyPr>
          <a:lstStyle/>
          <a:p>
            <a:pPr>
              <a:buNone/>
            </a:pPr>
            <a:r>
              <a:rPr lang="en-US" dirty="0">
                <a:solidFill>
                  <a:schemeClr val="bg1"/>
                </a:solidFill>
                <a:latin typeface="Times New Roman" panose="02020603050405020304" pitchFamily="18" charset="0"/>
                <a:cs typeface="Times New Roman" panose="02020603050405020304" pitchFamily="18" charset="0"/>
              </a:rPr>
              <a:t>You can:</a:t>
            </a:r>
          </a:p>
          <a:p>
            <a:pPr lvl="1">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Check student profiles</a:t>
            </a:r>
          </a:p>
          <a:p>
            <a:pPr lvl="1">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Track assignment and quiz submissions</a:t>
            </a:r>
          </a:p>
          <a:p>
            <a:pPr lvl="1">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Evaluate and give remarks</a:t>
            </a:r>
          </a:p>
          <a:p>
            <a:pPr lvl="1">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Access archived reports</a:t>
            </a:r>
          </a:p>
          <a:p>
            <a:pPr lvl="1"/>
            <a:endParaRPr lang="en-US" sz="2000" dirty="0">
              <a:solidFill>
                <a:schemeClr val="bg1"/>
              </a:solidFill>
              <a:latin typeface="Times New Roman" panose="02020603050405020304" pitchFamily="18" charset="0"/>
              <a:cs typeface="Times New Roman" panose="02020603050405020304" pitchFamily="18" charset="0"/>
            </a:endParaRPr>
          </a:p>
          <a:p>
            <a:pPr lvl="1"/>
            <a:r>
              <a:rPr lang="en-US" sz="2000" dirty="0">
                <a:solidFill>
                  <a:schemeClr val="bg1"/>
                </a:solidFill>
                <a:latin typeface="Times New Roman" panose="02020603050405020304" pitchFamily="18" charset="0"/>
                <a:cs typeface="Times New Roman" panose="02020603050405020304" pitchFamily="18" charset="0"/>
              </a:rPr>
              <a:t>While uploading new learning material,</a:t>
            </a:r>
          </a:p>
          <a:p>
            <a:pPr lvl="1"/>
            <a:r>
              <a:rPr lang="en-US" sz="2000" dirty="0">
                <a:solidFill>
                  <a:schemeClr val="bg1"/>
                </a:solidFill>
                <a:latin typeface="Times New Roman" panose="02020603050405020304" pitchFamily="18" charset="0"/>
                <a:cs typeface="Times New Roman" panose="02020603050405020304" pitchFamily="18" charset="0"/>
              </a:rPr>
              <a:t>      Give the filename as CourseCode_UnitNo._Topic(shortform).pdf</a:t>
            </a:r>
          </a:p>
          <a:p>
            <a:pPr lvl="1"/>
            <a:r>
              <a:rPr lang="en-US" sz="2000" dirty="0">
                <a:solidFill>
                  <a:schemeClr val="bg1"/>
                </a:solidFill>
                <a:latin typeface="Times New Roman" panose="02020603050405020304" pitchFamily="18" charset="0"/>
                <a:cs typeface="Times New Roman" panose="02020603050405020304" pitchFamily="18" charset="0"/>
              </a:rPr>
              <a:t>While uploading </a:t>
            </a:r>
            <a:r>
              <a:rPr lang="en-US" sz="2000" dirty="0" err="1">
                <a:solidFill>
                  <a:schemeClr val="bg1"/>
                </a:solidFill>
                <a:latin typeface="Times New Roman" panose="02020603050405020304" pitchFamily="18" charset="0"/>
                <a:cs typeface="Times New Roman" panose="02020603050405020304" pitchFamily="18" charset="0"/>
              </a:rPr>
              <a:t>Mocktest</a:t>
            </a:r>
            <a:r>
              <a:rPr lang="en-US" sz="2000" dirty="0">
                <a:solidFill>
                  <a:schemeClr val="bg1"/>
                </a:solidFill>
                <a:latin typeface="Times New Roman" panose="02020603050405020304" pitchFamily="18" charset="0"/>
                <a:cs typeface="Times New Roman" panose="02020603050405020304" pitchFamily="18" charset="0"/>
              </a:rPr>
              <a:t> questions,</a:t>
            </a:r>
          </a:p>
          <a:p>
            <a:pPr lvl="1"/>
            <a:r>
              <a:rPr lang="en-US" sz="2000" dirty="0">
                <a:solidFill>
                  <a:schemeClr val="bg1"/>
                </a:solidFill>
                <a:latin typeface="Times New Roman" panose="02020603050405020304" pitchFamily="18" charset="0"/>
                <a:cs typeface="Times New Roman" panose="02020603050405020304" pitchFamily="18" charset="0"/>
              </a:rPr>
              <a:t>     Give the filename as CourseCode_UnitNo._Topic(shortform)_MT.xls</a:t>
            </a:r>
          </a:p>
          <a:p>
            <a:pPr lvl="1"/>
            <a:r>
              <a:rPr lang="en-US" sz="2000" dirty="0">
                <a:solidFill>
                  <a:schemeClr val="bg1"/>
                </a:solidFill>
                <a:latin typeface="Times New Roman" panose="02020603050405020304" pitchFamily="18" charset="0"/>
                <a:cs typeface="Times New Roman" panose="02020603050405020304" pitchFamily="18" charset="0"/>
              </a:rPr>
              <a:t>While uploading Assignment,</a:t>
            </a:r>
          </a:p>
          <a:p>
            <a:pPr lvl="1"/>
            <a:r>
              <a:rPr lang="en-US" sz="2000" dirty="0">
                <a:solidFill>
                  <a:schemeClr val="bg1"/>
                </a:solidFill>
                <a:latin typeface="Times New Roman" panose="02020603050405020304" pitchFamily="18" charset="0"/>
                <a:cs typeface="Times New Roman" panose="02020603050405020304" pitchFamily="18" charset="0"/>
              </a:rPr>
              <a:t>	Give the filename as CourseCode_UnitNo._AssignNo.pdf</a:t>
            </a:r>
          </a:p>
          <a:p>
            <a:pPr lvl="1"/>
            <a:r>
              <a:rPr lang="en-US" sz="2000" dirty="0">
                <a:solidFill>
                  <a:schemeClr val="bg1"/>
                </a:solidFill>
                <a:latin typeface="Times New Roman" panose="02020603050405020304" pitchFamily="18" charset="0"/>
                <a:cs typeface="Times New Roman" panose="02020603050405020304" pitchFamily="18" charset="0"/>
              </a:rPr>
              <a:t>While uploading Quiz Questions,</a:t>
            </a:r>
          </a:p>
          <a:p>
            <a:pPr lvl="1"/>
            <a:r>
              <a:rPr lang="en-US" sz="2000" dirty="0">
                <a:solidFill>
                  <a:schemeClr val="bg1"/>
                </a:solidFill>
                <a:latin typeface="Times New Roman" panose="02020603050405020304" pitchFamily="18" charset="0"/>
                <a:cs typeface="Times New Roman" panose="02020603050405020304" pitchFamily="18" charset="0"/>
              </a:rPr>
              <a:t>       Give the filename as CourseCode_UnitNo._Topic(shortform)_QuizNo.xls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EA8CA576-C2CC-35BA-3FEB-110A8F20B2A5}"/>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2" name="TextBox 31">
            <a:extLst>
              <a:ext uri="{FF2B5EF4-FFF2-40B4-BE49-F238E27FC236}">
                <a16:creationId xmlns:a16="http://schemas.microsoft.com/office/drawing/2014/main" id="{5E017648-7D41-4127-2DC7-E924D2ABCE54}"/>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A70894DB-24BF-30AB-725D-AB907B7E47B7}"/>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TextBox 33">
            <a:extLst>
              <a:ext uri="{FF2B5EF4-FFF2-40B4-BE49-F238E27FC236}">
                <a16:creationId xmlns:a16="http://schemas.microsoft.com/office/drawing/2014/main" id="{73FAD81E-EF65-6941-B8AE-D5619D4C93A7}"/>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B35E75E8-81A8-2F67-25D3-E0AACC27F73A}"/>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C0C42527-2C29-A5F5-EBFE-0263A5D0DB21}"/>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C9C58807-C948-3A53-A170-899ABD41E228}"/>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68DFF54-902C-5B89-0A0E-1D4CC660B5B1}"/>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4" action="ppaction://hlinksldjump"/>
            <a:extLst>
              <a:ext uri="{FF2B5EF4-FFF2-40B4-BE49-F238E27FC236}">
                <a16:creationId xmlns:a16="http://schemas.microsoft.com/office/drawing/2014/main" id="{D16B1AFA-E497-B990-4EF6-C65B5B652675}"/>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7BCD3584-7618-39D2-3657-28C5F57AF578}"/>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49282665-33B5-033B-994E-55FCE5F0A08D}"/>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5106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417F936F-EEAC-5648-B99F-25A7317953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3F9AA6-2894-6465-CEF1-5A0D1BE57203}"/>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B727169E-8BAB-DE38-21F3-DCABE7DD131A}"/>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4386B28-B338-5F84-6783-390502AF8E12}"/>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8523A09-B6B7-410D-FBC1-114F9AD9E708}"/>
              </a:ext>
            </a:extLst>
          </p:cNvPr>
          <p:cNvSpPr txBox="1"/>
          <p:nvPr/>
        </p:nvSpPr>
        <p:spPr>
          <a:xfrm>
            <a:off x="7380455" y="609585"/>
            <a:ext cx="128732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C0EE47E-8612-EA62-74EC-C2813185A51B}"/>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B0DE8A77-4001-5FF9-A429-BB1BF050267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1B38716E-7260-A4F9-9FD4-2F5D8E8F80BF}"/>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13507B41-9B0E-4062-8F1D-C97ABD27AF5E}"/>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6D815B18-8DED-6D56-E2A3-2F2CCB1FCE1E}"/>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4621C991-752C-E413-BF0B-7787FCFF4F79}"/>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03A032C4-5DCB-FD02-E015-A4A2B5F03CE7}"/>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8A0A901-C831-8C74-8496-2C18D4FAB00C}"/>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C323EE5C-F6F4-6849-AA21-514E49AFA111}"/>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89712DBC-8E51-FA31-F6B3-67E7902EDEB2}"/>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2DE0F4FA-9BE6-8CAA-87F3-EFE317CC5564}"/>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07F591C3-A598-F059-9A66-D2873B5E137F}"/>
              </a:ext>
            </a:extLst>
          </p:cNvPr>
          <p:cNvPicPr>
            <a:picLocks noChangeAspect="1"/>
          </p:cNvPicPr>
          <p:nvPr/>
        </p:nvPicPr>
        <p:blipFill>
          <a:blip r:embed="rId17"/>
          <a:stretch>
            <a:fillRect/>
          </a:stretch>
        </p:blipFill>
        <p:spPr>
          <a:xfrm>
            <a:off x="121310" y="334827"/>
            <a:ext cx="737102" cy="748186"/>
          </a:xfrm>
          <a:prstGeom prst="rect">
            <a:avLst/>
          </a:prstGeom>
        </p:spPr>
      </p:pic>
      <p:sp>
        <p:nvSpPr>
          <p:cNvPr id="31" name="TextBox 30">
            <a:extLst>
              <a:ext uri="{FF2B5EF4-FFF2-40B4-BE49-F238E27FC236}">
                <a16:creationId xmlns:a16="http://schemas.microsoft.com/office/drawing/2014/main" id="{4156FC2B-224A-5643-F6FF-B6F993F17FEA}"/>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2" name="TextBox 31">
            <a:extLst>
              <a:ext uri="{FF2B5EF4-FFF2-40B4-BE49-F238E27FC236}">
                <a16:creationId xmlns:a16="http://schemas.microsoft.com/office/drawing/2014/main" id="{888B2957-551E-85B3-B4C8-DEDB88780701}"/>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333210A7-9F8D-B603-E6B7-7A4F9C0CB202}"/>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TextBox 33">
            <a:extLst>
              <a:ext uri="{FF2B5EF4-FFF2-40B4-BE49-F238E27FC236}">
                <a16:creationId xmlns:a16="http://schemas.microsoft.com/office/drawing/2014/main" id="{BF520A3F-16D0-145D-315B-8168BA4019BE}"/>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1E74F334-B776-4B8E-C0C1-85B1FCD44838}"/>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E7E3158C-0152-E457-7283-9AA9B04666E8}"/>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07BA081D-6198-D27B-2F34-10BCBA2C7AE4}"/>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6209553B-3B5B-FFA5-E6CE-F3502923A65F}"/>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4" action="ppaction://hlinksldjump"/>
            <a:extLst>
              <a:ext uri="{FF2B5EF4-FFF2-40B4-BE49-F238E27FC236}">
                <a16:creationId xmlns:a16="http://schemas.microsoft.com/office/drawing/2014/main" id="{5F4B9C31-AECA-B32D-E7F9-05EAB06A5107}"/>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F4E75592-E799-F2D6-C1CA-88441D3AFAA9}"/>
              </a:ext>
            </a:extLst>
          </p:cNvPr>
          <p:cNvSpPr txBox="1"/>
          <p:nvPr/>
        </p:nvSpPr>
        <p:spPr>
          <a:xfrm>
            <a:off x="47467" y="5789252"/>
            <a:ext cx="1171254"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3982D9B-7419-BFC6-D9DA-AB04E9C6F58C}"/>
              </a:ext>
            </a:extLst>
          </p:cNvPr>
          <p:cNvGraphicFramePr>
            <a:graphicFrameLocks noGrp="1"/>
          </p:cNvGraphicFramePr>
          <p:nvPr>
            <p:extLst>
              <p:ext uri="{D42A27DB-BD31-4B8C-83A1-F6EECF244321}">
                <p14:modId xmlns:p14="http://schemas.microsoft.com/office/powerpoint/2010/main" val="2963069063"/>
              </p:ext>
            </p:extLst>
          </p:nvPr>
        </p:nvGraphicFramePr>
        <p:xfrm>
          <a:off x="1690955" y="2803143"/>
          <a:ext cx="10326177" cy="2558260"/>
        </p:xfrm>
        <a:graphic>
          <a:graphicData uri="http://schemas.openxmlformats.org/drawingml/2006/table">
            <a:tbl>
              <a:tblPr firstRow="1" bandRow="1">
                <a:tableStyleId>{5940675A-B579-460E-94D1-54222C63F5DA}</a:tableStyleId>
              </a:tblPr>
              <a:tblGrid>
                <a:gridCol w="398830">
                  <a:extLst>
                    <a:ext uri="{9D8B030D-6E8A-4147-A177-3AD203B41FA5}">
                      <a16:colId xmlns:a16="http://schemas.microsoft.com/office/drawing/2014/main" val="865568936"/>
                    </a:ext>
                  </a:extLst>
                </a:gridCol>
                <a:gridCol w="578388">
                  <a:extLst>
                    <a:ext uri="{9D8B030D-6E8A-4147-A177-3AD203B41FA5}">
                      <a16:colId xmlns:a16="http://schemas.microsoft.com/office/drawing/2014/main" val="762149433"/>
                    </a:ext>
                  </a:extLst>
                </a:gridCol>
                <a:gridCol w="712078">
                  <a:extLst>
                    <a:ext uri="{9D8B030D-6E8A-4147-A177-3AD203B41FA5}">
                      <a16:colId xmlns:a16="http://schemas.microsoft.com/office/drawing/2014/main" val="3206429437"/>
                    </a:ext>
                  </a:extLst>
                </a:gridCol>
                <a:gridCol w="921016">
                  <a:extLst>
                    <a:ext uri="{9D8B030D-6E8A-4147-A177-3AD203B41FA5}">
                      <a16:colId xmlns:a16="http://schemas.microsoft.com/office/drawing/2014/main" val="1306627988"/>
                    </a:ext>
                  </a:extLst>
                </a:gridCol>
                <a:gridCol w="742831">
                  <a:extLst>
                    <a:ext uri="{9D8B030D-6E8A-4147-A177-3AD203B41FA5}">
                      <a16:colId xmlns:a16="http://schemas.microsoft.com/office/drawing/2014/main" val="1038451730"/>
                    </a:ext>
                  </a:extLst>
                </a:gridCol>
                <a:gridCol w="742831">
                  <a:extLst>
                    <a:ext uri="{9D8B030D-6E8A-4147-A177-3AD203B41FA5}">
                      <a16:colId xmlns:a16="http://schemas.microsoft.com/office/drawing/2014/main" val="2816019056"/>
                    </a:ext>
                  </a:extLst>
                </a:gridCol>
                <a:gridCol w="742831">
                  <a:extLst>
                    <a:ext uri="{9D8B030D-6E8A-4147-A177-3AD203B41FA5}">
                      <a16:colId xmlns:a16="http://schemas.microsoft.com/office/drawing/2014/main" val="694394158"/>
                    </a:ext>
                  </a:extLst>
                </a:gridCol>
                <a:gridCol w="742831">
                  <a:extLst>
                    <a:ext uri="{9D8B030D-6E8A-4147-A177-3AD203B41FA5}">
                      <a16:colId xmlns:a16="http://schemas.microsoft.com/office/drawing/2014/main" val="1521930717"/>
                    </a:ext>
                  </a:extLst>
                </a:gridCol>
                <a:gridCol w="742831">
                  <a:extLst>
                    <a:ext uri="{9D8B030D-6E8A-4147-A177-3AD203B41FA5}">
                      <a16:colId xmlns:a16="http://schemas.microsoft.com/office/drawing/2014/main" val="323750487"/>
                    </a:ext>
                  </a:extLst>
                </a:gridCol>
                <a:gridCol w="742831">
                  <a:extLst>
                    <a:ext uri="{9D8B030D-6E8A-4147-A177-3AD203B41FA5}">
                      <a16:colId xmlns:a16="http://schemas.microsoft.com/office/drawing/2014/main" val="3586023471"/>
                    </a:ext>
                  </a:extLst>
                </a:gridCol>
                <a:gridCol w="742831">
                  <a:extLst>
                    <a:ext uri="{9D8B030D-6E8A-4147-A177-3AD203B41FA5}">
                      <a16:colId xmlns:a16="http://schemas.microsoft.com/office/drawing/2014/main" val="426103957"/>
                    </a:ext>
                  </a:extLst>
                </a:gridCol>
                <a:gridCol w="669117">
                  <a:extLst>
                    <a:ext uri="{9D8B030D-6E8A-4147-A177-3AD203B41FA5}">
                      <a16:colId xmlns:a16="http://schemas.microsoft.com/office/drawing/2014/main" val="2984980091"/>
                    </a:ext>
                  </a:extLst>
                </a:gridCol>
                <a:gridCol w="565225">
                  <a:extLst>
                    <a:ext uri="{9D8B030D-6E8A-4147-A177-3AD203B41FA5}">
                      <a16:colId xmlns:a16="http://schemas.microsoft.com/office/drawing/2014/main" val="595962606"/>
                    </a:ext>
                  </a:extLst>
                </a:gridCol>
                <a:gridCol w="640853">
                  <a:extLst>
                    <a:ext uri="{9D8B030D-6E8A-4147-A177-3AD203B41FA5}">
                      <a16:colId xmlns:a16="http://schemas.microsoft.com/office/drawing/2014/main" val="3463120780"/>
                    </a:ext>
                  </a:extLst>
                </a:gridCol>
                <a:gridCol w="640853">
                  <a:extLst>
                    <a:ext uri="{9D8B030D-6E8A-4147-A177-3AD203B41FA5}">
                      <a16:colId xmlns:a16="http://schemas.microsoft.com/office/drawing/2014/main" val="2887836924"/>
                    </a:ext>
                  </a:extLst>
                </a:gridCol>
              </a:tblGrid>
              <a:tr h="1618078">
                <a:tc>
                  <a:txBody>
                    <a:bodyPr/>
                    <a:lstStyle/>
                    <a:p>
                      <a:r>
                        <a:rPr lang="en-US" dirty="0" err="1">
                          <a:solidFill>
                            <a:schemeClr val="bg1"/>
                          </a:solidFill>
                          <a:latin typeface="Times New Roman" panose="02020603050405020304" pitchFamily="18" charset="0"/>
                          <a:cs typeface="Times New Roman" panose="02020603050405020304" pitchFamily="18" charset="0"/>
                        </a:rPr>
                        <a:t>S.No</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err="1">
                          <a:solidFill>
                            <a:schemeClr val="bg1"/>
                          </a:solidFill>
                          <a:latin typeface="Times New Roman" panose="02020603050405020304" pitchFamily="18" charset="0"/>
                          <a:cs typeface="Times New Roman" panose="02020603050405020304" pitchFamily="18" charset="0"/>
                        </a:rPr>
                        <a:t>Reg.No</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Student Name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Periodic Test I (100)</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Periodic Test II (100)</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Periodic Test III (100)</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Assignment 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Times New Roman" panose="02020603050405020304" pitchFamily="18" charset="0"/>
                          <a:cs typeface="Times New Roman" panose="02020603050405020304" pitchFamily="18" charset="0"/>
                        </a:rPr>
                        <a:t>Assignment II</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 III</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Test Average</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Assignment</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Quiz</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Total</a:t>
                      </a:r>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6378703"/>
                  </a:ext>
                </a:extLst>
              </a:tr>
              <a:tr h="410450">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9585994"/>
                  </a:ext>
                </a:extLst>
              </a:tr>
              <a:tr h="410450">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IN"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4219853"/>
                  </a:ext>
                </a:extLst>
              </a:tr>
            </a:tbl>
          </a:graphicData>
        </a:graphic>
      </p:graphicFrame>
      <p:sp>
        <p:nvSpPr>
          <p:cNvPr id="14" name="Rectangle 13">
            <a:extLst>
              <a:ext uri="{FF2B5EF4-FFF2-40B4-BE49-F238E27FC236}">
                <a16:creationId xmlns:a16="http://schemas.microsoft.com/office/drawing/2014/main" id="{31F3B34D-F89A-0626-6A39-410BA88732CF}"/>
              </a:ext>
            </a:extLst>
          </p:cNvPr>
          <p:cNvSpPr/>
          <p:nvPr/>
        </p:nvSpPr>
        <p:spPr>
          <a:xfrm>
            <a:off x="6079299" y="5764016"/>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Download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250BEE2-9E88-9CD0-92D2-81FD06DA5B84}"/>
              </a:ext>
            </a:extLst>
          </p:cNvPr>
          <p:cNvSpPr txBox="1"/>
          <p:nvPr/>
        </p:nvSpPr>
        <p:spPr>
          <a:xfrm>
            <a:off x="1690955" y="1330560"/>
            <a:ext cx="1442663" cy="646331"/>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Academic Year</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8868CC88-DE31-D072-B017-99A347BEF3F7}"/>
              </a:ext>
            </a:extLst>
          </p:cNvPr>
          <p:cNvSpPr txBox="1"/>
          <p:nvPr/>
        </p:nvSpPr>
        <p:spPr>
          <a:xfrm>
            <a:off x="4214521" y="1494305"/>
            <a:ext cx="1409700"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Course Title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93BF6C96-BC2B-0897-CBDD-F07061099B7D}"/>
              </a:ext>
            </a:extLst>
          </p:cNvPr>
          <p:cNvSpPr/>
          <p:nvPr/>
        </p:nvSpPr>
        <p:spPr>
          <a:xfrm>
            <a:off x="2914317" y="1519006"/>
            <a:ext cx="1299488" cy="3162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1" name="Rectangle 20">
            <a:extLst>
              <a:ext uri="{FF2B5EF4-FFF2-40B4-BE49-F238E27FC236}">
                <a16:creationId xmlns:a16="http://schemas.microsoft.com/office/drawing/2014/main" id="{8E0F5726-90BF-4DED-7748-82C98634D822}"/>
              </a:ext>
            </a:extLst>
          </p:cNvPr>
          <p:cNvSpPr/>
          <p:nvPr/>
        </p:nvSpPr>
        <p:spPr>
          <a:xfrm>
            <a:off x="5596823" y="1524354"/>
            <a:ext cx="1309753" cy="3371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5" name="TextBox 24">
            <a:extLst>
              <a:ext uri="{FF2B5EF4-FFF2-40B4-BE49-F238E27FC236}">
                <a16:creationId xmlns:a16="http://schemas.microsoft.com/office/drawing/2014/main" id="{2BBB1AA3-2BED-951E-238D-9B5C45ED10A6}"/>
              </a:ext>
            </a:extLst>
          </p:cNvPr>
          <p:cNvSpPr txBox="1"/>
          <p:nvPr/>
        </p:nvSpPr>
        <p:spPr>
          <a:xfrm>
            <a:off x="7006523" y="1480732"/>
            <a:ext cx="1442663"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Course Code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C56EDE45-6B04-543A-A025-35C8BCADA644}"/>
              </a:ext>
            </a:extLst>
          </p:cNvPr>
          <p:cNvSpPr/>
          <p:nvPr/>
        </p:nvSpPr>
        <p:spPr>
          <a:xfrm>
            <a:off x="8333930" y="1523734"/>
            <a:ext cx="1299488" cy="3162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5" name="Isosceles Triangle 44">
            <a:extLst>
              <a:ext uri="{FF2B5EF4-FFF2-40B4-BE49-F238E27FC236}">
                <a16:creationId xmlns:a16="http://schemas.microsoft.com/office/drawing/2014/main" id="{B2296FC6-E109-060F-D403-3B8800432F39}"/>
              </a:ext>
            </a:extLst>
          </p:cNvPr>
          <p:cNvSpPr/>
          <p:nvPr/>
        </p:nvSpPr>
        <p:spPr>
          <a:xfrm rot="10800000">
            <a:off x="3909041" y="1632643"/>
            <a:ext cx="234907" cy="172890"/>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46" name="Isosceles Triangle 45">
            <a:extLst>
              <a:ext uri="{FF2B5EF4-FFF2-40B4-BE49-F238E27FC236}">
                <a16:creationId xmlns:a16="http://schemas.microsoft.com/office/drawing/2014/main" id="{03EE7892-63DF-34F0-16D9-A5AD08D73ED4}"/>
              </a:ext>
            </a:extLst>
          </p:cNvPr>
          <p:cNvSpPr/>
          <p:nvPr/>
        </p:nvSpPr>
        <p:spPr>
          <a:xfrm rot="10800000">
            <a:off x="6628200" y="1617951"/>
            <a:ext cx="234907" cy="172890"/>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47" name="Isosceles Triangle 46">
            <a:extLst>
              <a:ext uri="{FF2B5EF4-FFF2-40B4-BE49-F238E27FC236}">
                <a16:creationId xmlns:a16="http://schemas.microsoft.com/office/drawing/2014/main" id="{5294F781-47E5-54D2-ED36-EB6DF8961FC6}"/>
              </a:ext>
            </a:extLst>
          </p:cNvPr>
          <p:cNvSpPr/>
          <p:nvPr/>
        </p:nvSpPr>
        <p:spPr>
          <a:xfrm rot="10800000">
            <a:off x="9333868" y="1617950"/>
            <a:ext cx="234907" cy="172890"/>
          </a:xfrm>
          <a:prstGeom prst="triangl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48" name="TextBox 47">
            <a:extLst>
              <a:ext uri="{FF2B5EF4-FFF2-40B4-BE49-F238E27FC236}">
                <a16:creationId xmlns:a16="http://schemas.microsoft.com/office/drawing/2014/main" id="{66869F3E-EAEB-B970-80B1-56E6DA946E56}"/>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1292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80554FE6-0D65-4C7F-B1B8-864CBEAE39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08E3E3-9EA6-8C95-8E4E-3AC1CD838983}"/>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A538BCAB-4025-B1CE-7D87-7455B8E4C8CC}"/>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D64DF1-2F3D-9F3D-89E4-3631C55B42FE}"/>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E3D805C-9437-581F-6220-59DF0805CC8E}"/>
              </a:ext>
            </a:extLst>
          </p:cNvPr>
          <p:cNvSpPr txBox="1"/>
          <p:nvPr/>
        </p:nvSpPr>
        <p:spPr>
          <a:xfrm>
            <a:off x="7380455" y="609585"/>
            <a:ext cx="128732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CAA2E10-AF7D-09D1-A66E-AF3A6E31CB3D}"/>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C7214CE3-6072-DC87-800F-A650E99B520B}"/>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1AFBB744-C4A5-320A-8F0E-B7212F21C574}"/>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705DA159-2F73-CEC5-AB93-765E31EE3C8C}"/>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4E00E5E1-76D8-EF4A-4D12-E89AED783E19}"/>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6297615A-32CB-EC55-E36C-2062DFD19D45}"/>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F86B95D9-2D20-F0E2-930E-C2E49C960681}"/>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C9612C40-0378-9655-EAA0-BCC2BF02D265}"/>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63C6EF43-5F3A-70AA-63CC-0A5C4C44C3B3}"/>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6D686942-2BE6-2623-2992-35A33F8A4E7C}"/>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486D8671-1E46-6CC8-3CD1-ED47E1448A24}"/>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140531AF-A98C-EE7B-F4DE-6CF5B123DD2A}"/>
              </a:ext>
            </a:extLst>
          </p:cNvPr>
          <p:cNvPicPr>
            <a:picLocks noChangeAspect="1"/>
          </p:cNvPicPr>
          <p:nvPr/>
        </p:nvPicPr>
        <p:blipFill>
          <a:blip r:embed="rId17"/>
          <a:stretch>
            <a:fillRect/>
          </a:stretch>
        </p:blipFill>
        <p:spPr>
          <a:xfrm>
            <a:off x="121310" y="334827"/>
            <a:ext cx="737102" cy="748186"/>
          </a:xfrm>
          <a:prstGeom prst="rect">
            <a:avLst/>
          </a:prstGeom>
        </p:spPr>
      </p:pic>
      <p:sp>
        <p:nvSpPr>
          <p:cNvPr id="31" name="TextBox 30">
            <a:extLst>
              <a:ext uri="{FF2B5EF4-FFF2-40B4-BE49-F238E27FC236}">
                <a16:creationId xmlns:a16="http://schemas.microsoft.com/office/drawing/2014/main" id="{EB18D7B6-11F8-8161-62C4-2FE9AFCC44BD}"/>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2" name="TextBox 31">
            <a:extLst>
              <a:ext uri="{FF2B5EF4-FFF2-40B4-BE49-F238E27FC236}">
                <a16:creationId xmlns:a16="http://schemas.microsoft.com/office/drawing/2014/main" id="{A0DEA6E7-AC0C-7016-D246-DD5AA30DC977}"/>
              </a:ext>
            </a:extLst>
          </p:cNvPr>
          <p:cNvSpPr txBox="1"/>
          <p:nvPr/>
        </p:nvSpPr>
        <p:spPr>
          <a:xfrm>
            <a:off x="0" y="1901355"/>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Profile</a:t>
            </a:r>
            <a:endParaRPr lang="en-IN" b="1" dirty="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3C8E6B89-019A-4D32-D7E7-C56073E6A6EA}"/>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TextBox 33">
            <a:extLst>
              <a:ext uri="{FF2B5EF4-FFF2-40B4-BE49-F238E27FC236}">
                <a16:creationId xmlns:a16="http://schemas.microsoft.com/office/drawing/2014/main" id="{72776065-4766-60EE-0DEB-2E1E5FE3D8F8}"/>
              </a:ext>
            </a:extLst>
          </p:cNvPr>
          <p:cNvSpPr txBox="1"/>
          <p:nvPr/>
        </p:nvSpPr>
        <p:spPr>
          <a:xfrm>
            <a:off x="0" y="2329672"/>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Courses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F3E85DD7-4FB3-8D8B-713B-4BA8B169C53F}"/>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0E5D0A34-795B-6459-FD16-9E68E5AA7C19}"/>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7C7419B2-3643-E335-D9AE-7296074F999D}"/>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47D30F5B-97BA-3C86-B6CA-A7B6299E98C5}"/>
              </a:ext>
            </a:extLst>
          </p:cNvPr>
          <p:cNvSpPr txBox="1"/>
          <p:nvPr/>
        </p:nvSpPr>
        <p:spPr>
          <a:xfrm>
            <a:off x="16375" y="5326528"/>
            <a:ext cx="1334676"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4" action="ppaction://hlinksldjump"/>
            <a:extLst>
              <a:ext uri="{FF2B5EF4-FFF2-40B4-BE49-F238E27FC236}">
                <a16:creationId xmlns:a16="http://schemas.microsoft.com/office/drawing/2014/main" id="{6F0AFB84-7D59-9FBC-983E-0F1A5DD486A9}"/>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9DEECC24-BB26-E0AF-399E-9CA254527E67}"/>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904C0560-D098-E06A-7762-5DBF9B404D52}"/>
              </a:ext>
            </a:extLst>
          </p:cNvPr>
          <p:cNvSpPr/>
          <p:nvPr/>
        </p:nvSpPr>
        <p:spPr>
          <a:xfrm>
            <a:off x="4852327" y="4891804"/>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Submit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061C3D6-E9DE-BF48-E281-0659C7685E5E}"/>
              </a:ext>
            </a:extLst>
          </p:cNvPr>
          <p:cNvSpPr txBox="1"/>
          <p:nvPr/>
        </p:nvSpPr>
        <p:spPr>
          <a:xfrm>
            <a:off x="1602181" y="1799610"/>
            <a:ext cx="2458933" cy="2585323"/>
          </a:xfrm>
          <a:prstGeom prst="rect">
            <a:avLst/>
          </a:prstGeom>
          <a:noFill/>
          <a:ln>
            <a:solidFill>
              <a:schemeClr val="bg1"/>
            </a:solidFill>
          </a:ln>
        </p:spPr>
        <p:txBody>
          <a:bodyPr wrap="square" rtlCol="0">
            <a:spAutoFit/>
          </a:bodyPr>
          <a:lstStyle/>
          <a:p>
            <a:r>
              <a:rPr lang="en-US" dirty="0">
                <a:solidFill>
                  <a:schemeClr val="bg1"/>
                </a:solidFill>
              </a:rPr>
              <a:t>Query from ________</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IN" dirty="0">
              <a:solidFill>
                <a:schemeClr val="bg1"/>
              </a:solidFill>
            </a:endParaRPr>
          </a:p>
        </p:txBody>
      </p:sp>
      <p:sp>
        <p:nvSpPr>
          <p:cNvPr id="6" name="TextBox 5">
            <a:extLst>
              <a:ext uri="{FF2B5EF4-FFF2-40B4-BE49-F238E27FC236}">
                <a16:creationId xmlns:a16="http://schemas.microsoft.com/office/drawing/2014/main" id="{6D8584EA-D7E4-51DB-4D68-30FA30E29AB9}"/>
              </a:ext>
            </a:extLst>
          </p:cNvPr>
          <p:cNvSpPr txBox="1"/>
          <p:nvPr/>
        </p:nvSpPr>
        <p:spPr>
          <a:xfrm>
            <a:off x="4129161" y="1799610"/>
            <a:ext cx="2853480" cy="2585323"/>
          </a:xfrm>
          <a:prstGeom prst="rect">
            <a:avLst/>
          </a:prstGeom>
          <a:noFill/>
          <a:ln>
            <a:solidFill>
              <a:schemeClr val="bg1"/>
            </a:solidFill>
          </a:ln>
        </p:spPr>
        <p:txBody>
          <a:bodyPr wrap="square" rtlCol="0">
            <a:spAutoFit/>
          </a:bodyPr>
          <a:lstStyle/>
          <a:p>
            <a:r>
              <a:rPr lang="en-US" dirty="0">
                <a:solidFill>
                  <a:schemeClr val="bg1"/>
                </a:solidFill>
              </a:rPr>
              <a:t>Type your Reply</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IN" dirty="0">
              <a:solidFill>
                <a:schemeClr val="bg1"/>
              </a:solidFill>
            </a:endParaRPr>
          </a:p>
          <a:p>
            <a:endParaRPr lang="en-US" dirty="0">
              <a:solidFill>
                <a:schemeClr val="bg1"/>
              </a:solidFill>
            </a:endParaRPr>
          </a:p>
        </p:txBody>
      </p:sp>
      <p:sp>
        <p:nvSpPr>
          <p:cNvPr id="11" name="Rectangle 10">
            <a:extLst>
              <a:ext uri="{FF2B5EF4-FFF2-40B4-BE49-F238E27FC236}">
                <a16:creationId xmlns:a16="http://schemas.microsoft.com/office/drawing/2014/main" id="{DCD07A76-D31A-A0DF-B993-E4EED8AD691D}"/>
              </a:ext>
            </a:extLst>
          </p:cNvPr>
          <p:cNvSpPr/>
          <p:nvPr/>
        </p:nvSpPr>
        <p:spPr>
          <a:xfrm>
            <a:off x="2165293" y="4915167"/>
            <a:ext cx="1332708" cy="394568"/>
          </a:xfrm>
          <a:prstGeom prst="rect">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latin typeface="Times New Roman" panose="02020603050405020304" pitchFamily="18" charset="0"/>
                <a:cs typeface="Times New Roman" panose="02020603050405020304" pitchFamily="18" charset="0"/>
              </a:rPr>
              <a:t>Play</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27" name="Graphic 26" descr="Earbuds">
            <a:extLst>
              <a:ext uri="{FF2B5EF4-FFF2-40B4-BE49-F238E27FC236}">
                <a16:creationId xmlns:a16="http://schemas.microsoft.com/office/drawing/2014/main" id="{8EFBDB32-1ABB-77B9-4E78-52AE3E994534}"/>
              </a:ext>
            </a:extLst>
          </p:cNvPr>
          <p:cNvPicPr>
            <a:picLocks noChangeAspect="1"/>
          </p:cNvPicPr>
          <p:nvPr/>
        </p:nvPicPr>
        <p:blipFill>
          <a:blip r:embed="rId26">
            <a:extLst>
              <a:ext uri="{96DAC541-7B7A-43D3-8B79-37D633B846F1}">
                <asvg:svgBlip xmlns:asvg="http://schemas.microsoft.com/office/drawing/2016/SVG/main" xmlns="" r:embed="rId27"/>
              </a:ext>
            </a:extLst>
          </a:blip>
          <a:stretch>
            <a:fillRect/>
          </a:stretch>
        </p:blipFill>
        <p:spPr>
          <a:xfrm>
            <a:off x="2230902" y="2510909"/>
            <a:ext cx="914400" cy="914400"/>
          </a:xfrm>
          <a:prstGeom prst="rect">
            <a:avLst/>
          </a:prstGeom>
        </p:spPr>
      </p:pic>
      <p:graphicFrame>
        <p:nvGraphicFramePr>
          <p:cNvPr id="30" name="Table 29">
            <a:extLst>
              <a:ext uri="{FF2B5EF4-FFF2-40B4-BE49-F238E27FC236}">
                <a16:creationId xmlns:a16="http://schemas.microsoft.com/office/drawing/2014/main" id="{00E587A3-3AB8-52D7-7B93-757F874C727B}"/>
              </a:ext>
            </a:extLst>
          </p:cNvPr>
          <p:cNvGraphicFramePr>
            <a:graphicFrameLocks noGrp="1"/>
          </p:cNvGraphicFramePr>
          <p:nvPr>
            <p:extLst>
              <p:ext uri="{D42A27DB-BD31-4B8C-83A1-F6EECF244321}">
                <p14:modId xmlns:p14="http://schemas.microsoft.com/office/powerpoint/2010/main" val="3212673394"/>
              </p:ext>
            </p:extLst>
          </p:nvPr>
        </p:nvGraphicFramePr>
        <p:xfrm>
          <a:off x="7163334" y="1761744"/>
          <a:ext cx="4962833" cy="3130060"/>
        </p:xfrm>
        <a:graphic>
          <a:graphicData uri="http://schemas.openxmlformats.org/drawingml/2006/table">
            <a:tbl>
              <a:tblPr firstRow="1" bandRow="1">
                <a:tableStyleId>{5940675A-B579-460E-94D1-54222C63F5DA}</a:tableStyleId>
              </a:tblPr>
              <a:tblGrid>
                <a:gridCol w="652380">
                  <a:extLst>
                    <a:ext uri="{9D8B030D-6E8A-4147-A177-3AD203B41FA5}">
                      <a16:colId xmlns:a16="http://schemas.microsoft.com/office/drawing/2014/main" val="1718572864"/>
                    </a:ext>
                  </a:extLst>
                </a:gridCol>
                <a:gridCol w="962526">
                  <a:extLst>
                    <a:ext uri="{9D8B030D-6E8A-4147-A177-3AD203B41FA5}">
                      <a16:colId xmlns:a16="http://schemas.microsoft.com/office/drawing/2014/main" val="341411128"/>
                    </a:ext>
                  </a:extLst>
                </a:gridCol>
                <a:gridCol w="866511">
                  <a:extLst>
                    <a:ext uri="{9D8B030D-6E8A-4147-A177-3AD203B41FA5}">
                      <a16:colId xmlns:a16="http://schemas.microsoft.com/office/drawing/2014/main" val="2316053282"/>
                    </a:ext>
                  </a:extLst>
                </a:gridCol>
                <a:gridCol w="827139">
                  <a:extLst>
                    <a:ext uri="{9D8B030D-6E8A-4147-A177-3AD203B41FA5}">
                      <a16:colId xmlns:a16="http://schemas.microsoft.com/office/drawing/2014/main" val="141906352"/>
                    </a:ext>
                  </a:extLst>
                </a:gridCol>
                <a:gridCol w="1654277">
                  <a:extLst>
                    <a:ext uri="{9D8B030D-6E8A-4147-A177-3AD203B41FA5}">
                      <a16:colId xmlns:a16="http://schemas.microsoft.com/office/drawing/2014/main" val="4225028498"/>
                    </a:ext>
                  </a:extLst>
                </a:gridCol>
              </a:tblGrid>
              <a:tr h="959588">
                <a:tc>
                  <a:txBody>
                    <a:bodyPr/>
                    <a:lstStyle/>
                    <a:p>
                      <a:r>
                        <a:rPr lang="en-US" dirty="0">
                          <a:solidFill>
                            <a:schemeClr val="bg1"/>
                          </a:solidFill>
                        </a:rPr>
                        <a:t>Date</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Student Name</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solidFill>
                            <a:schemeClr val="bg1"/>
                          </a:solidFill>
                        </a:rPr>
                        <a:t>Reg.No</a:t>
                      </a:r>
                      <a:r>
                        <a:rPr lang="en-US" dirty="0">
                          <a:solidFill>
                            <a:schemeClr val="bg1"/>
                          </a:solidFill>
                        </a:rPr>
                        <a:t>.</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Query</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1"/>
                          </a:solidFill>
                        </a:rPr>
                        <a:t>Reply</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939646"/>
                  </a:ext>
                </a:extLst>
              </a:tr>
              <a:tr h="542618">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893144"/>
                  </a:ext>
                </a:extLst>
              </a:tr>
              <a:tr h="542618">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987460"/>
                  </a:ext>
                </a:extLst>
              </a:tr>
              <a:tr h="542618">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2564111"/>
                  </a:ext>
                </a:extLst>
              </a:tr>
              <a:tr h="542618">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7217953"/>
                  </a:ext>
                </a:extLst>
              </a:tr>
            </a:tbl>
          </a:graphicData>
        </a:graphic>
      </p:graphicFrame>
      <p:sp>
        <p:nvSpPr>
          <p:cNvPr id="42" name="TextBox 41">
            <a:extLst>
              <a:ext uri="{FF2B5EF4-FFF2-40B4-BE49-F238E27FC236}">
                <a16:creationId xmlns:a16="http://schemas.microsoft.com/office/drawing/2014/main" id="{39857B72-0331-0F92-EFCB-91FC86B6E475}"/>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Teacher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386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717FC724-BD98-6854-DCA6-08C8FEDDCC7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2E4516-3E4D-818C-7E5D-E1CB198E826F}"/>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7ABDED2A-7EAE-69E7-D793-9540E02CEE6A}"/>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46E2CD2-BBED-9CDD-0740-35BB6F3889FF}"/>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2042B0B-4B4A-DB2D-95EA-B9DD21950392}"/>
              </a:ext>
            </a:extLst>
          </p:cNvPr>
          <p:cNvSpPr txBox="1"/>
          <p:nvPr/>
        </p:nvSpPr>
        <p:spPr>
          <a:xfrm>
            <a:off x="7380455" y="609585"/>
            <a:ext cx="1287321"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DE82C37-A488-AD89-BD29-E9FAC41075E3}"/>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6F179278-BF7F-DFF8-F9E4-339DB262F3E3}"/>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2D491578-9D8D-5962-0E30-30F02CE5FA87}"/>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9752B2E8-46C0-3B9A-5ABA-53FBBAA63DB2}"/>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FAAEABFD-49B6-9B4C-A147-760BA88D6BDA}"/>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3B388056-4FCB-4C9D-36CC-1F8663B6AC17}"/>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86B8C6E7-27A8-BF4D-3854-9BB6032981FD}"/>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34F1908-5821-1FDC-6C56-6AC2EB900402}"/>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64D8AEC5-1FE1-BEAE-FE5D-06319ADD6A8F}"/>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9D1FD025-1CF9-7A4D-45B8-2AEE0BE854A8}"/>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8EFEC4EF-2A46-71A7-7354-4A7A52844337}"/>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6DB81F22-6FD7-DFB5-AB2C-68BE154A5BD5}"/>
              </a:ext>
            </a:extLst>
          </p:cNvPr>
          <p:cNvPicPr>
            <a:picLocks noChangeAspect="1"/>
          </p:cNvPicPr>
          <p:nvPr/>
        </p:nvPicPr>
        <p:blipFill>
          <a:blip r:embed="rId17"/>
          <a:stretch>
            <a:fillRect/>
          </a:stretch>
        </p:blipFill>
        <p:spPr>
          <a:xfrm>
            <a:off x="121310" y="334827"/>
            <a:ext cx="737102" cy="748186"/>
          </a:xfrm>
          <a:prstGeom prst="rect">
            <a:avLst/>
          </a:prstGeom>
        </p:spPr>
      </p:pic>
      <p:sp>
        <p:nvSpPr>
          <p:cNvPr id="31" name="TextBox 30">
            <a:extLst>
              <a:ext uri="{FF2B5EF4-FFF2-40B4-BE49-F238E27FC236}">
                <a16:creationId xmlns:a16="http://schemas.microsoft.com/office/drawing/2014/main" id="{583FB0F9-141F-99A2-8F65-C65B11D25484}"/>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2" name="TextBox 31">
            <a:extLst>
              <a:ext uri="{FF2B5EF4-FFF2-40B4-BE49-F238E27FC236}">
                <a16:creationId xmlns:a16="http://schemas.microsoft.com/office/drawing/2014/main" id="{A85DC6F6-6700-8D19-01D0-C812E0F3493C}"/>
              </a:ext>
            </a:extLst>
          </p:cNvPr>
          <p:cNvSpPr txBox="1"/>
          <p:nvPr/>
        </p:nvSpPr>
        <p:spPr>
          <a:xfrm>
            <a:off x="0" y="1901355"/>
            <a:ext cx="121872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Students</a:t>
            </a:r>
            <a:endParaRPr lang="en-IN" b="1" dirty="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DBC2D6AE-7F46-F66A-EFF0-7D6368670FBC}"/>
              </a:ext>
            </a:extLst>
          </p:cNvPr>
          <p:cNvSpPr/>
          <p:nvPr/>
        </p:nvSpPr>
        <p:spPr>
          <a:xfrm>
            <a:off x="303087" y="1285265"/>
            <a:ext cx="565079" cy="51434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TextBox 33">
            <a:extLst>
              <a:ext uri="{FF2B5EF4-FFF2-40B4-BE49-F238E27FC236}">
                <a16:creationId xmlns:a16="http://schemas.microsoft.com/office/drawing/2014/main" id="{BAA8A45A-C0BA-B1A0-04BE-3F52632DF8AB}"/>
              </a:ext>
            </a:extLst>
          </p:cNvPr>
          <p:cNvSpPr txBox="1"/>
          <p:nvPr/>
        </p:nvSpPr>
        <p:spPr>
          <a:xfrm>
            <a:off x="0" y="2254211"/>
            <a:ext cx="121872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Course Content</a:t>
            </a:r>
            <a:r>
              <a:rPr lang="en-US" b="1" dirty="0">
                <a:latin typeface="Times New Roman" panose="02020603050405020304" pitchFamily="18" charset="0"/>
                <a:cs typeface="Times New Roman" panose="02020603050405020304" pitchFamily="18" charset="0"/>
              </a:rPr>
              <a:t>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D6A696B6-68C2-1231-1268-A718AB90DBC4}"/>
              </a:ext>
            </a:extLst>
          </p:cNvPr>
          <p:cNvSpPr txBox="1"/>
          <p:nvPr/>
        </p:nvSpPr>
        <p:spPr>
          <a:xfrm>
            <a:off x="10273" y="3388427"/>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CBFD9C31-EB2C-FA94-E472-C1E657CFAD20}"/>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DF84D877-2D4D-E912-4326-874329C75AC8}"/>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4328A12-3861-5358-2341-5D6B9EE4DF9C}"/>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4" action="ppaction://hlinksldjump"/>
            <a:extLst>
              <a:ext uri="{FF2B5EF4-FFF2-40B4-BE49-F238E27FC236}">
                <a16:creationId xmlns:a16="http://schemas.microsoft.com/office/drawing/2014/main" id="{DD91268A-CC3C-1173-7A69-6723E2E37A9D}"/>
              </a:ext>
            </a:extLst>
          </p:cNvPr>
          <p:cNvSpPr txBox="1"/>
          <p:nvPr/>
        </p:nvSpPr>
        <p:spPr>
          <a:xfrm>
            <a:off x="10275" y="2857224"/>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350E46E2-1685-5FBD-EF08-076A09A7F881}"/>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6"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CE0F52-424B-B352-7167-17B5E14E94FC}"/>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Admin</a:t>
            </a:r>
            <a:endParaRPr lang="en-IN"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1E685CC-7CB1-5CB2-1996-7553828D06EB}"/>
              </a:ext>
            </a:extLst>
          </p:cNvPr>
          <p:cNvSpPr/>
          <p:nvPr/>
        </p:nvSpPr>
        <p:spPr>
          <a:xfrm>
            <a:off x="3607509" y="1851754"/>
            <a:ext cx="5372532"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dirty="0">
                <a:solidFill>
                  <a:schemeClr val="bg1"/>
                </a:solidFill>
                <a:latin typeface="Freestyle Script" panose="030804020302050B0404" pitchFamily="66" charset="0"/>
              </a:rPr>
              <a:t>Welcome</a:t>
            </a:r>
            <a:endParaRPr lang="en-US" sz="5400" b="1" cap="none" spc="0" dirty="0">
              <a:ln/>
              <a:solidFill>
                <a:schemeClr val="bg1"/>
              </a:solidFill>
              <a:effectLst/>
              <a:latin typeface="Freestyle Script" panose="030804020302050B0404" pitchFamily="66" charset="0"/>
            </a:endParaRPr>
          </a:p>
        </p:txBody>
      </p:sp>
    </p:spTree>
    <p:extLst>
      <p:ext uri="{BB962C8B-B14F-4D97-AF65-F5344CB8AC3E}">
        <p14:creationId xmlns:p14="http://schemas.microsoft.com/office/powerpoint/2010/main" val="41919244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FAD42992-96FB-4AAD-26C4-915FD3FE097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9FE3C0-15DE-F7B2-B355-6F66FB4FB073}"/>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933B38E2-F52C-4BAD-0A08-B2E79756A570}"/>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BB12F59-0B32-829D-E42E-CFE24DAA4092}"/>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2E4E0DE-0C90-8382-E499-E19E219064AF}"/>
              </a:ext>
            </a:extLst>
          </p:cNvPr>
          <p:cNvSpPr txBox="1"/>
          <p:nvPr/>
        </p:nvSpPr>
        <p:spPr>
          <a:xfrm>
            <a:off x="7380455" y="609585"/>
            <a:ext cx="1287321"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53E9C3B-5C54-D132-CDC7-8DB46F148241}"/>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B94F058D-4528-9920-C111-613F0C4CA5D1}"/>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0D7955E1-624E-4D1A-AAA0-E359636CE63F}"/>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3E264D0A-72CD-EFE1-8129-265541E3E05E}"/>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F5D373AF-4EEA-731E-1B87-187ABD1C9EB1}"/>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71DD4B16-49A6-62FB-B6DC-18E7F2CA4C56}"/>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D2A49124-41DE-D5A1-8418-3B9A54E96765}"/>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AFE0CBD-D14F-16F4-D0C7-CDE426D04515}"/>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DA3AEB51-F474-41EB-E634-D7BA31461D12}"/>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F0E15CB8-7E6E-CDE0-B0B3-8F07F18D5583}"/>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3B6EF0CC-F2B7-50D7-E8B1-CE8EBFE2D235}"/>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A5B168F3-E56A-E165-A545-B5062F420D67}"/>
              </a:ext>
            </a:extLst>
          </p:cNvPr>
          <p:cNvPicPr>
            <a:picLocks noChangeAspect="1"/>
          </p:cNvPicPr>
          <p:nvPr/>
        </p:nvPicPr>
        <p:blipFill>
          <a:blip r:embed="rId17"/>
          <a:stretch>
            <a:fillRect/>
          </a:stretch>
        </p:blipFill>
        <p:spPr>
          <a:xfrm>
            <a:off x="121310" y="334827"/>
            <a:ext cx="737102" cy="748186"/>
          </a:xfrm>
          <a:prstGeom prst="rect">
            <a:avLst/>
          </a:prstGeom>
        </p:spPr>
      </p:pic>
      <p:sp>
        <p:nvSpPr>
          <p:cNvPr id="31" name="TextBox 30">
            <a:extLst>
              <a:ext uri="{FF2B5EF4-FFF2-40B4-BE49-F238E27FC236}">
                <a16:creationId xmlns:a16="http://schemas.microsoft.com/office/drawing/2014/main" id="{768996A8-BB4A-F127-0445-2488F3C22E68}"/>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4" name="TextBox 33">
            <a:extLst>
              <a:ext uri="{FF2B5EF4-FFF2-40B4-BE49-F238E27FC236}">
                <a16:creationId xmlns:a16="http://schemas.microsoft.com/office/drawing/2014/main" id="{9092C0DC-4527-7730-2ADD-D29093A57A31}"/>
              </a:ext>
            </a:extLst>
          </p:cNvPr>
          <p:cNvSpPr txBox="1"/>
          <p:nvPr/>
        </p:nvSpPr>
        <p:spPr>
          <a:xfrm>
            <a:off x="109016" y="2461083"/>
            <a:ext cx="1109704"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 Contents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97F1EDAC-F2E6-DF35-5ACE-AB3D7A5C740B}"/>
              </a:ext>
            </a:extLst>
          </p:cNvPr>
          <p:cNvSpPr txBox="1"/>
          <p:nvPr/>
        </p:nvSpPr>
        <p:spPr>
          <a:xfrm>
            <a:off x="53741" y="3789665"/>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2519904A-02CD-036D-71FA-2D74C745A796}"/>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605298A4-F8E3-D6BA-64A2-59B243D171CD}"/>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524A32F4-ADC1-BD36-468C-5B8CE727AB87}"/>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3" action="ppaction://hlinksldjump"/>
            <a:extLst>
              <a:ext uri="{FF2B5EF4-FFF2-40B4-BE49-F238E27FC236}">
                <a16:creationId xmlns:a16="http://schemas.microsoft.com/office/drawing/2014/main" id="{2564FC7E-88E2-07EE-852E-9A37E6A3770C}"/>
              </a:ext>
            </a:extLst>
          </p:cNvPr>
          <p:cNvSpPr txBox="1"/>
          <p:nvPr/>
        </p:nvSpPr>
        <p:spPr>
          <a:xfrm>
            <a:off x="90723" y="3347299"/>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C0D690A9-2039-5F60-BDF6-A9DD7E253AEA}"/>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9725C7-9DF1-F23C-FCBC-61E6EE8CB454}"/>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Admin</a:t>
            </a:r>
            <a:endParaRPr lang="en-IN"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1FD380F-22A9-2371-9C54-8129E8EFAB83}"/>
              </a:ext>
            </a:extLst>
          </p:cNvPr>
          <p:cNvGraphicFramePr>
            <a:graphicFrameLocks noGrp="1"/>
          </p:cNvGraphicFramePr>
          <p:nvPr>
            <p:extLst>
              <p:ext uri="{D42A27DB-BD31-4B8C-83A1-F6EECF244321}">
                <p14:modId xmlns:p14="http://schemas.microsoft.com/office/powerpoint/2010/main" val="2766535046"/>
              </p:ext>
            </p:extLst>
          </p:nvPr>
        </p:nvGraphicFramePr>
        <p:xfrm>
          <a:off x="1757420" y="1761745"/>
          <a:ext cx="9436761" cy="3171108"/>
        </p:xfrm>
        <a:graphic>
          <a:graphicData uri="http://schemas.openxmlformats.org/drawingml/2006/table">
            <a:tbl>
              <a:tblPr firstRow="1" bandRow="1">
                <a:tableStyleId>{073A0DAA-6AF3-43AB-8588-CEC1D06C72B9}</a:tableStyleId>
              </a:tblPr>
              <a:tblGrid>
                <a:gridCol w="521062">
                  <a:extLst>
                    <a:ext uri="{9D8B030D-6E8A-4147-A177-3AD203B41FA5}">
                      <a16:colId xmlns:a16="http://schemas.microsoft.com/office/drawing/2014/main" val="515747987"/>
                    </a:ext>
                  </a:extLst>
                </a:gridCol>
                <a:gridCol w="1086506">
                  <a:extLst>
                    <a:ext uri="{9D8B030D-6E8A-4147-A177-3AD203B41FA5}">
                      <a16:colId xmlns:a16="http://schemas.microsoft.com/office/drawing/2014/main" val="4126349281"/>
                    </a:ext>
                  </a:extLst>
                </a:gridCol>
                <a:gridCol w="863448">
                  <a:extLst>
                    <a:ext uri="{9D8B030D-6E8A-4147-A177-3AD203B41FA5}">
                      <a16:colId xmlns:a16="http://schemas.microsoft.com/office/drawing/2014/main" val="2452236227"/>
                    </a:ext>
                  </a:extLst>
                </a:gridCol>
                <a:gridCol w="1295173">
                  <a:extLst>
                    <a:ext uri="{9D8B030D-6E8A-4147-A177-3AD203B41FA5}">
                      <a16:colId xmlns:a16="http://schemas.microsoft.com/office/drawing/2014/main" val="3541779766"/>
                    </a:ext>
                  </a:extLst>
                </a:gridCol>
                <a:gridCol w="2566044">
                  <a:extLst>
                    <a:ext uri="{9D8B030D-6E8A-4147-A177-3AD203B41FA5}">
                      <a16:colId xmlns:a16="http://schemas.microsoft.com/office/drawing/2014/main" val="2513674609"/>
                    </a:ext>
                  </a:extLst>
                </a:gridCol>
                <a:gridCol w="1631863">
                  <a:extLst>
                    <a:ext uri="{9D8B030D-6E8A-4147-A177-3AD203B41FA5}">
                      <a16:colId xmlns:a16="http://schemas.microsoft.com/office/drawing/2014/main" val="3326701296"/>
                    </a:ext>
                  </a:extLst>
                </a:gridCol>
                <a:gridCol w="1472665">
                  <a:extLst>
                    <a:ext uri="{9D8B030D-6E8A-4147-A177-3AD203B41FA5}">
                      <a16:colId xmlns:a16="http://schemas.microsoft.com/office/drawing/2014/main" val="703011115"/>
                    </a:ext>
                  </a:extLst>
                </a:gridCol>
              </a:tblGrid>
              <a:tr h="690437">
                <a:tc>
                  <a:txBody>
                    <a:bodyPr/>
                    <a:lstStyle/>
                    <a:p>
                      <a:r>
                        <a:rPr lang="en-US" dirty="0" err="1"/>
                        <a:t>S.No</a:t>
                      </a:r>
                      <a:r>
                        <a:rPr lang="en-US" dirty="0"/>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Register 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Name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Class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Course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Course Code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Profile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6071904"/>
                  </a:ext>
                </a:extLst>
              </a:tr>
              <a:tr h="986338">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err="1">
                          <a:latin typeface="Times New Roman" panose="02020603050405020304" pitchFamily="18" charset="0"/>
                          <a:cs typeface="Times New Roman" panose="02020603050405020304" pitchFamily="18" charset="0"/>
                        </a:rPr>
                        <a:t>Harini.R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II B.A. English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Indian Writing in English</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Download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356984"/>
                  </a:ext>
                </a:extLst>
              </a:tr>
              <a:tr h="498111">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8459302"/>
                  </a:ext>
                </a:extLst>
              </a:tr>
              <a:tr h="498111">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141879178"/>
                  </a:ext>
                </a:extLst>
              </a:tr>
              <a:tr h="498111">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80810190"/>
                  </a:ext>
                </a:extLst>
              </a:tr>
            </a:tbl>
          </a:graphicData>
        </a:graphic>
      </p:graphicFrame>
      <p:sp>
        <p:nvSpPr>
          <p:cNvPr id="6" name="TextBox 5">
            <a:extLst>
              <a:ext uri="{FF2B5EF4-FFF2-40B4-BE49-F238E27FC236}">
                <a16:creationId xmlns:a16="http://schemas.microsoft.com/office/drawing/2014/main" id="{851D44B5-023B-82DC-6B96-83EB91CE3B91}"/>
              </a:ext>
            </a:extLst>
          </p:cNvPr>
          <p:cNvSpPr txBox="1"/>
          <p:nvPr/>
        </p:nvSpPr>
        <p:spPr>
          <a:xfrm>
            <a:off x="133586" y="1909537"/>
            <a:ext cx="1177515" cy="369332"/>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rPr>
              <a:t>Students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6880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2B9C7685-595D-8A59-11DF-38CB424379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D70BE6-C83A-3B13-10A5-47B2AF8A40C7}"/>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A3FC82B8-7E20-F970-EECA-C3F957654608}"/>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5D201F8-72B1-13DD-9724-C42DA8B58530}"/>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E93CE0E-2427-FACC-5390-1FE14B69D68E}"/>
              </a:ext>
            </a:extLst>
          </p:cNvPr>
          <p:cNvSpPr txBox="1"/>
          <p:nvPr/>
        </p:nvSpPr>
        <p:spPr>
          <a:xfrm>
            <a:off x="7380455" y="609585"/>
            <a:ext cx="1287321"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14EA442-2DF9-3002-5C91-1A6E24EA29F6}"/>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F79660BF-C23A-6619-9E38-4741FA884800}"/>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31652D9F-27FC-9666-6F5D-269C9DCA638D}"/>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670716D0-87FB-FA7C-4118-0AADE1EA434A}"/>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109A13BD-1FB2-306A-B7E6-866D597203AE}"/>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3389BDD8-EFBC-A031-FF33-955DC97E386E}"/>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54CB1D7B-4BB1-F858-4095-ABAE0F82CDE2}"/>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A419F24D-AD82-3ECD-AC59-1F6E5D0E9326}"/>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21D52148-28FE-DED5-555D-71430D42E96E}"/>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83994671-D2D6-8AD3-BA52-9C5AAAF18A95}"/>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97ACDBC8-CBB2-3BF8-CFAA-C4788FA4D91B}"/>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FFBB24E2-B74D-20D2-05CE-580CFF551A7E}"/>
              </a:ext>
            </a:extLst>
          </p:cNvPr>
          <p:cNvPicPr>
            <a:picLocks noChangeAspect="1"/>
          </p:cNvPicPr>
          <p:nvPr/>
        </p:nvPicPr>
        <p:blipFill>
          <a:blip r:embed="rId17"/>
          <a:stretch>
            <a:fillRect/>
          </a:stretch>
        </p:blipFill>
        <p:spPr>
          <a:xfrm>
            <a:off x="121310" y="334827"/>
            <a:ext cx="737102" cy="748186"/>
          </a:xfrm>
          <a:prstGeom prst="rect">
            <a:avLst/>
          </a:prstGeom>
        </p:spPr>
      </p:pic>
      <p:sp>
        <p:nvSpPr>
          <p:cNvPr id="31" name="TextBox 30">
            <a:extLst>
              <a:ext uri="{FF2B5EF4-FFF2-40B4-BE49-F238E27FC236}">
                <a16:creationId xmlns:a16="http://schemas.microsoft.com/office/drawing/2014/main" id="{9A40EB2A-6DF7-69D8-78A6-71EF9B36BF1D}"/>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4" name="TextBox 33">
            <a:extLst>
              <a:ext uri="{FF2B5EF4-FFF2-40B4-BE49-F238E27FC236}">
                <a16:creationId xmlns:a16="http://schemas.microsoft.com/office/drawing/2014/main" id="{04A067F2-574F-735B-D6A1-80FE2E2CDA93}"/>
              </a:ext>
            </a:extLst>
          </p:cNvPr>
          <p:cNvSpPr txBox="1"/>
          <p:nvPr/>
        </p:nvSpPr>
        <p:spPr>
          <a:xfrm>
            <a:off x="121310" y="2553620"/>
            <a:ext cx="1097410" cy="646331"/>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 Contents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9AC1ADB7-846F-AE46-E404-A5E796AC9370}"/>
              </a:ext>
            </a:extLst>
          </p:cNvPr>
          <p:cNvSpPr txBox="1"/>
          <p:nvPr/>
        </p:nvSpPr>
        <p:spPr>
          <a:xfrm>
            <a:off x="53741" y="3789665"/>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623B9DEC-0607-C742-F646-FD2A522AB211}"/>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44F1DF22-AA11-5220-EBA7-8138CBD1FE30}"/>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9FCF77D-6D34-6190-CDFD-D66E302AE843}"/>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3" action="ppaction://hlinksldjump"/>
            <a:extLst>
              <a:ext uri="{FF2B5EF4-FFF2-40B4-BE49-F238E27FC236}">
                <a16:creationId xmlns:a16="http://schemas.microsoft.com/office/drawing/2014/main" id="{FFBB9064-FE60-EE5A-2625-ECB2C1E9AC58}"/>
              </a:ext>
            </a:extLst>
          </p:cNvPr>
          <p:cNvSpPr txBox="1"/>
          <p:nvPr/>
        </p:nvSpPr>
        <p:spPr>
          <a:xfrm>
            <a:off x="90723" y="3347299"/>
            <a:ext cx="149601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352C2D36-81AC-5AE6-8B9B-17BD5DAA4641}"/>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1BCFB6A-01CE-F816-379A-BEA87213A70D}"/>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Admin</a:t>
            </a:r>
            <a:endParaRPr lang="en-IN"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47319EB-F53B-5DD2-E556-F80A5AC03F83}"/>
              </a:ext>
            </a:extLst>
          </p:cNvPr>
          <p:cNvGraphicFramePr>
            <a:graphicFrameLocks noGrp="1"/>
          </p:cNvGraphicFramePr>
          <p:nvPr>
            <p:extLst>
              <p:ext uri="{D42A27DB-BD31-4B8C-83A1-F6EECF244321}">
                <p14:modId xmlns:p14="http://schemas.microsoft.com/office/powerpoint/2010/main" val="3188762551"/>
              </p:ext>
            </p:extLst>
          </p:nvPr>
        </p:nvGraphicFramePr>
        <p:xfrm>
          <a:off x="1522663" y="1546132"/>
          <a:ext cx="10081654" cy="3564782"/>
        </p:xfrm>
        <a:graphic>
          <a:graphicData uri="http://schemas.openxmlformats.org/drawingml/2006/table">
            <a:tbl>
              <a:tblPr firstRow="1" bandRow="1">
                <a:tableStyleId>{073A0DAA-6AF3-43AB-8588-CEC1D06C72B9}</a:tableStyleId>
              </a:tblPr>
              <a:tblGrid>
                <a:gridCol w="806651">
                  <a:extLst>
                    <a:ext uri="{9D8B030D-6E8A-4147-A177-3AD203B41FA5}">
                      <a16:colId xmlns:a16="http://schemas.microsoft.com/office/drawing/2014/main" val="515747987"/>
                    </a:ext>
                  </a:extLst>
                </a:gridCol>
                <a:gridCol w="1135781">
                  <a:extLst>
                    <a:ext uri="{9D8B030D-6E8A-4147-A177-3AD203B41FA5}">
                      <a16:colId xmlns:a16="http://schemas.microsoft.com/office/drawing/2014/main" val="3541779766"/>
                    </a:ext>
                  </a:extLst>
                </a:gridCol>
                <a:gridCol w="1155031">
                  <a:extLst>
                    <a:ext uri="{9D8B030D-6E8A-4147-A177-3AD203B41FA5}">
                      <a16:colId xmlns:a16="http://schemas.microsoft.com/office/drawing/2014/main" val="2513674609"/>
                    </a:ext>
                  </a:extLst>
                </a:gridCol>
                <a:gridCol w="1328287">
                  <a:extLst>
                    <a:ext uri="{9D8B030D-6E8A-4147-A177-3AD203B41FA5}">
                      <a16:colId xmlns:a16="http://schemas.microsoft.com/office/drawing/2014/main" val="3326701296"/>
                    </a:ext>
                  </a:extLst>
                </a:gridCol>
                <a:gridCol w="789271">
                  <a:extLst>
                    <a:ext uri="{9D8B030D-6E8A-4147-A177-3AD203B41FA5}">
                      <a16:colId xmlns:a16="http://schemas.microsoft.com/office/drawing/2014/main" val="703011115"/>
                    </a:ext>
                  </a:extLst>
                </a:gridCol>
                <a:gridCol w="1794786">
                  <a:extLst>
                    <a:ext uri="{9D8B030D-6E8A-4147-A177-3AD203B41FA5}">
                      <a16:colId xmlns:a16="http://schemas.microsoft.com/office/drawing/2014/main" val="1594259552"/>
                    </a:ext>
                  </a:extLst>
                </a:gridCol>
                <a:gridCol w="3071847">
                  <a:extLst>
                    <a:ext uri="{9D8B030D-6E8A-4147-A177-3AD203B41FA5}">
                      <a16:colId xmlns:a16="http://schemas.microsoft.com/office/drawing/2014/main" val="3402571093"/>
                    </a:ext>
                  </a:extLst>
                </a:gridCol>
              </a:tblGrid>
              <a:tr h="906096">
                <a:tc>
                  <a:txBody>
                    <a:bodyPr/>
                    <a:lstStyle/>
                    <a:p>
                      <a:r>
                        <a:rPr lang="en-US" dirty="0" err="1"/>
                        <a:t>S.No</a:t>
                      </a:r>
                      <a:r>
                        <a:rPr lang="en-US" dirty="0"/>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Class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Course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Course Code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Topic</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Content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Mock Test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6071904"/>
                  </a:ext>
                </a:extLst>
              </a:tr>
              <a:tr h="1177925">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II B.A. English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Indian Writing in English</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Download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Download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356984"/>
                  </a:ext>
                </a:extLst>
              </a:tr>
              <a:tr h="493587">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8459302"/>
                  </a:ext>
                </a:extLst>
              </a:tr>
              <a:tr h="493587">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141879178"/>
                  </a:ext>
                </a:extLst>
              </a:tr>
              <a:tr h="493587">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80810190"/>
                  </a:ext>
                </a:extLst>
              </a:tr>
            </a:tbl>
          </a:graphicData>
        </a:graphic>
      </p:graphicFrame>
      <p:sp>
        <p:nvSpPr>
          <p:cNvPr id="6" name="TextBox 5">
            <a:extLst>
              <a:ext uri="{FF2B5EF4-FFF2-40B4-BE49-F238E27FC236}">
                <a16:creationId xmlns:a16="http://schemas.microsoft.com/office/drawing/2014/main" id="{A619FA9F-AAB6-EAAF-2E35-47DC4A9D7357}"/>
              </a:ext>
            </a:extLst>
          </p:cNvPr>
          <p:cNvSpPr txBox="1"/>
          <p:nvPr/>
        </p:nvSpPr>
        <p:spPr>
          <a:xfrm>
            <a:off x="133586" y="2045662"/>
            <a:ext cx="1177515" cy="369332"/>
          </a:xfrm>
          <a:prstGeom prst="rect">
            <a:avLst/>
          </a:prstGeom>
          <a:solidFill>
            <a:schemeClr val="tx1">
              <a:lumMod val="50000"/>
              <a:lumOff val="50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rPr>
              <a:t>Students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508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5921E20A-708E-EA22-2F26-8B4D0DF433D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A9FF55-1E66-4EA1-9751-D7DD87FD7F5D}"/>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4A710969-6AC8-1DB8-1317-A2706FA103E3}"/>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2F60138-CD02-0052-D0F0-1177C86AA199}"/>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619F0BC-D957-EC37-D47B-B2E1C44836A2}"/>
              </a:ext>
            </a:extLst>
          </p:cNvPr>
          <p:cNvSpPr txBox="1"/>
          <p:nvPr/>
        </p:nvSpPr>
        <p:spPr>
          <a:xfrm>
            <a:off x="7380455" y="609585"/>
            <a:ext cx="1287321"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15739D0-A721-B3E1-0E4D-6CE476DEDF76}"/>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5A85B745-80B7-AF75-51DE-816653135B2D}"/>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A95C59A0-ADA9-CCF7-1543-08819CA08A67}"/>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A24BFA58-1C17-EDFC-10E8-1CADF4AEB5A7}"/>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CD011A4E-0C96-0D1B-627A-3A87B48CD205}"/>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D8AD1C84-D255-7BBF-E386-BDA537F34209}"/>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7079D670-0633-0533-AA68-0E4E0748C478}"/>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50A0BD8-115F-BE94-FEF9-4358F2241683}"/>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1EAB02F4-5323-2209-A03B-384819D90F78}"/>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C46E0028-A4EF-73DF-4019-931DE1181425}"/>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C53FBDA1-0B20-D35A-EE32-E11B8F69148F}"/>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FE74C1A0-5F6D-1442-94D0-29EDE2CCF49A}"/>
              </a:ext>
            </a:extLst>
          </p:cNvPr>
          <p:cNvPicPr>
            <a:picLocks noChangeAspect="1"/>
          </p:cNvPicPr>
          <p:nvPr/>
        </p:nvPicPr>
        <p:blipFill>
          <a:blip r:embed="rId17"/>
          <a:stretch>
            <a:fillRect/>
          </a:stretch>
        </p:blipFill>
        <p:spPr>
          <a:xfrm>
            <a:off x="121310" y="334827"/>
            <a:ext cx="737102" cy="748186"/>
          </a:xfrm>
          <a:prstGeom prst="rect">
            <a:avLst/>
          </a:prstGeom>
        </p:spPr>
      </p:pic>
      <p:sp>
        <p:nvSpPr>
          <p:cNvPr id="31" name="TextBox 30">
            <a:extLst>
              <a:ext uri="{FF2B5EF4-FFF2-40B4-BE49-F238E27FC236}">
                <a16:creationId xmlns:a16="http://schemas.microsoft.com/office/drawing/2014/main" id="{899EF0DD-831C-F85B-45A9-D1DFA6BFB3D7}"/>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4" name="TextBox 33">
            <a:extLst>
              <a:ext uri="{FF2B5EF4-FFF2-40B4-BE49-F238E27FC236}">
                <a16:creationId xmlns:a16="http://schemas.microsoft.com/office/drawing/2014/main" id="{BAA934FD-A87A-D859-BF25-6D4F629E9AAB}"/>
              </a:ext>
            </a:extLst>
          </p:cNvPr>
          <p:cNvSpPr txBox="1"/>
          <p:nvPr/>
        </p:nvSpPr>
        <p:spPr>
          <a:xfrm>
            <a:off x="121310" y="2553620"/>
            <a:ext cx="109741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 Contents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18010DE3-0014-FDE9-BEC8-CCED62056743}"/>
              </a:ext>
            </a:extLst>
          </p:cNvPr>
          <p:cNvSpPr txBox="1"/>
          <p:nvPr/>
        </p:nvSpPr>
        <p:spPr>
          <a:xfrm>
            <a:off x="53741" y="3789665"/>
            <a:ext cx="134077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81DD16B0-E1CB-0987-5FFB-AA8EFFCC3F37}"/>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EA3F278C-BA66-2E6B-499B-99934A15B16C}"/>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98440E1-146D-D229-8FF5-ADBBDDF461F8}"/>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3" action="ppaction://hlinksldjump"/>
            <a:extLst>
              <a:ext uri="{FF2B5EF4-FFF2-40B4-BE49-F238E27FC236}">
                <a16:creationId xmlns:a16="http://schemas.microsoft.com/office/drawing/2014/main" id="{7E9238C6-9CB0-CBD0-5F62-9EDA7F2784DE}"/>
              </a:ext>
            </a:extLst>
          </p:cNvPr>
          <p:cNvSpPr txBox="1"/>
          <p:nvPr/>
        </p:nvSpPr>
        <p:spPr>
          <a:xfrm>
            <a:off x="90723" y="3347299"/>
            <a:ext cx="1220378" cy="369332"/>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29FA3528-D588-7ED7-87DE-0AF1BB83E8C0}"/>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09D2559-DCC0-E34C-C55D-E4E3D723B096}"/>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Admin</a:t>
            </a:r>
            <a:endParaRPr lang="en-IN"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74DE625-2A43-8D34-0799-60A2B0DDEC4D}"/>
              </a:ext>
            </a:extLst>
          </p:cNvPr>
          <p:cNvGraphicFramePr>
            <a:graphicFrameLocks noGrp="1"/>
          </p:cNvGraphicFramePr>
          <p:nvPr>
            <p:extLst>
              <p:ext uri="{D42A27DB-BD31-4B8C-83A1-F6EECF244321}">
                <p14:modId xmlns:p14="http://schemas.microsoft.com/office/powerpoint/2010/main" val="3566323777"/>
              </p:ext>
            </p:extLst>
          </p:nvPr>
        </p:nvGraphicFramePr>
        <p:xfrm>
          <a:off x="1857675" y="1546132"/>
          <a:ext cx="9942898" cy="3516756"/>
        </p:xfrm>
        <a:graphic>
          <a:graphicData uri="http://schemas.openxmlformats.org/drawingml/2006/table">
            <a:tbl>
              <a:tblPr firstRow="1" bandRow="1">
                <a:tableStyleId>{073A0DAA-6AF3-43AB-8588-CEC1D06C72B9}</a:tableStyleId>
              </a:tblPr>
              <a:tblGrid>
                <a:gridCol w="967850">
                  <a:extLst>
                    <a:ext uri="{9D8B030D-6E8A-4147-A177-3AD203B41FA5}">
                      <a16:colId xmlns:a16="http://schemas.microsoft.com/office/drawing/2014/main" val="515747987"/>
                    </a:ext>
                  </a:extLst>
                </a:gridCol>
                <a:gridCol w="1362753">
                  <a:extLst>
                    <a:ext uri="{9D8B030D-6E8A-4147-A177-3AD203B41FA5}">
                      <a16:colId xmlns:a16="http://schemas.microsoft.com/office/drawing/2014/main" val="3541779766"/>
                    </a:ext>
                  </a:extLst>
                </a:gridCol>
                <a:gridCol w="1385849">
                  <a:extLst>
                    <a:ext uri="{9D8B030D-6E8A-4147-A177-3AD203B41FA5}">
                      <a16:colId xmlns:a16="http://schemas.microsoft.com/office/drawing/2014/main" val="2513674609"/>
                    </a:ext>
                  </a:extLst>
                </a:gridCol>
                <a:gridCol w="1593729">
                  <a:extLst>
                    <a:ext uri="{9D8B030D-6E8A-4147-A177-3AD203B41FA5}">
                      <a16:colId xmlns:a16="http://schemas.microsoft.com/office/drawing/2014/main" val="3326701296"/>
                    </a:ext>
                  </a:extLst>
                </a:gridCol>
                <a:gridCol w="946998">
                  <a:extLst>
                    <a:ext uri="{9D8B030D-6E8A-4147-A177-3AD203B41FA5}">
                      <a16:colId xmlns:a16="http://schemas.microsoft.com/office/drawing/2014/main" val="703011115"/>
                    </a:ext>
                  </a:extLst>
                </a:gridCol>
                <a:gridCol w="3685719">
                  <a:extLst>
                    <a:ext uri="{9D8B030D-6E8A-4147-A177-3AD203B41FA5}">
                      <a16:colId xmlns:a16="http://schemas.microsoft.com/office/drawing/2014/main" val="3402571093"/>
                    </a:ext>
                  </a:extLst>
                </a:gridCol>
              </a:tblGrid>
              <a:tr h="893889">
                <a:tc>
                  <a:txBody>
                    <a:bodyPr/>
                    <a:lstStyle/>
                    <a:p>
                      <a:r>
                        <a:rPr lang="en-US" dirty="0" err="1"/>
                        <a:t>S.No</a:t>
                      </a:r>
                      <a:r>
                        <a:rPr lang="en-US" dirty="0"/>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Class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Course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Student Name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err="1">
                          <a:latin typeface="Times New Roman" panose="02020603050405020304" pitchFamily="18" charset="0"/>
                          <a:cs typeface="Times New Roman" panose="02020603050405020304" pitchFamily="18" charset="0"/>
                        </a:rPr>
                        <a:t>Reg.No</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Mock Test Report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6071904"/>
                  </a:ext>
                </a:extLst>
              </a:tr>
              <a:tr h="1162056">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II B.A. English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Indian Writing in English</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Download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356984"/>
                  </a:ext>
                </a:extLst>
              </a:tr>
              <a:tr h="486937">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8459302"/>
                  </a:ext>
                </a:extLst>
              </a:tr>
              <a:tr h="486937">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141879178"/>
                  </a:ext>
                </a:extLst>
              </a:tr>
              <a:tr h="486937">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80810190"/>
                  </a:ext>
                </a:extLst>
              </a:tr>
            </a:tbl>
          </a:graphicData>
        </a:graphic>
      </p:graphicFrame>
      <p:sp>
        <p:nvSpPr>
          <p:cNvPr id="6" name="TextBox 5">
            <a:extLst>
              <a:ext uri="{FF2B5EF4-FFF2-40B4-BE49-F238E27FC236}">
                <a16:creationId xmlns:a16="http://schemas.microsoft.com/office/drawing/2014/main" id="{AFCF8714-D4B0-2D91-66ED-2ACDA29C0421}"/>
              </a:ext>
            </a:extLst>
          </p:cNvPr>
          <p:cNvSpPr txBox="1"/>
          <p:nvPr/>
        </p:nvSpPr>
        <p:spPr>
          <a:xfrm>
            <a:off x="133586" y="2045662"/>
            <a:ext cx="1177515" cy="369332"/>
          </a:xfrm>
          <a:prstGeom prst="rect">
            <a:avLst/>
          </a:prstGeom>
          <a:solidFill>
            <a:schemeClr val="tx1">
              <a:lumMod val="50000"/>
              <a:lumOff val="50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rPr>
              <a:t>Students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9760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5A043389-4E0D-D2A1-F4C4-FBE03F9C91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EFEEE4-F47A-C5DE-2224-177119D3D1F6}"/>
              </a:ext>
            </a:extLst>
          </p:cNvPr>
          <p:cNvSpPr txBox="1"/>
          <p:nvPr/>
        </p:nvSpPr>
        <p:spPr>
          <a:xfrm>
            <a:off x="0" y="187531"/>
            <a:ext cx="12192000" cy="1078787"/>
          </a:xfrm>
          <a:prstGeom prst="rect">
            <a:avLst/>
          </a:prstGeom>
          <a:solidFill>
            <a:schemeClr val="bg1">
              <a:lumMod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C3602C67-3A53-239E-3D41-8AB6E76D9747}"/>
              </a:ext>
            </a:extLst>
          </p:cNvPr>
          <p:cNvSpPr txBox="1"/>
          <p:nvPr/>
        </p:nvSpPr>
        <p:spPr>
          <a:xfrm>
            <a:off x="3001765" y="6410449"/>
            <a:ext cx="4467547"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Copyright VVV College, Virudhunagar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1993C58-4CF5-93B6-C8CF-A1B462457F4B}"/>
              </a:ext>
            </a:extLst>
          </p:cNvPr>
          <p:cNvSpPr txBox="1"/>
          <p:nvPr/>
        </p:nvSpPr>
        <p:spPr>
          <a:xfrm>
            <a:off x="8784404"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About Us</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93D9943-D4D3-8AED-3CF6-46AFB8A12BD8}"/>
              </a:ext>
            </a:extLst>
          </p:cNvPr>
          <p:cNvSpPr txBox="1"/>
          <p:nvPr/>
        </p:nvSpPr>
        <p:spPr>
          <a:xfrm>
            <a:off x="7380455" y="609585"/>
            <a:ext cx="1287321" cy="369332"/>
          </a:xfrm>
          <a:prstGeom prst="rect">
            <a:avLst/>
          </a:prstGeom>
          <a:solidFill>
            <a:schemeClr val="bg1">
              <a:lumMod val="6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Guidelines</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4C038BB-B325-D315-2FD6-2F4C13F7FBC6}"/>
              </a:ext>
            </a:extLst>
          </p:cNvPr>
          <p:cNvSpPr txBox="1"/>
          <p:nvPr/>
        </p:nvSpPr>
        <p:spPr>
          <a:xfrm>
            <a:off x="6185035" y="636998"/>
            <a:ext cx="88358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Home</a:t>
            </a:r>
            <a:endParaRPr lang="en-IN" b="1" dirty="0">
              <a:latin typeface="Times New Roman" panose="02020603050405020304" pitchFamily="18" charset="0"/>
              <a:cs typeface="Times New Roman" panose="02020603050405020304" pitchFamily="18" charset="0"/>
            </a:endParaRPr>
          </a:p>
        </p:txBody>
      </p:sp>
      <p:pic>
        <p:nvPicPr>
          <p:cNvPr id="12" name="Graphic 11" descr="Home">
            <a:extLst>
              <a:ext uri="{FF2B5EF4-FFF2-40B4-BE49-F238E27FC236}">
                <a16:creationId xmlns:a16="http://schemas.microsoft.com/office/drawing/2014/main" id="{AA756E9C-F10B-8A25-3FC1-3D25F376AD61}"/>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5678611" y="588938"/>
            <a:ext cx="417390" cy="417390"/>
          </a:xfrm>
          <a:prstGeom prst="rect">
            <a:avLst/>
          </a:prstGeom>
        </p:spPr>
      </p:pic>
      <p:sp>
        <p:nvSpPr>
          <p:cNvPr id="13" name="TextBox 12">
            <a:extLst>
              <a:ext uri="{FF2B5EF4-FFF2-40B4-BE49-F238E27FC236}">
                <a16:creationId xmlns:a16="http://schemas.microsoft.com/office/drawing/2014/main" id="{333C2DD5-D70F-0F9E-593F-113964B8413D}"/>
              </a:ext>
            </a:extLst>
          </p:cNvPr>
          <p:cNvSpPr txBox="1"/>
          <p:nvPr/>
        </p:nvSpPr>
        <p:spPr>
          <a:xfrm>
            <a:off x="10073436" y="636995"/>
            <a:ext cx="11918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Contact</a:t>
            </a:r>
            <a:endParaRPr lang="en-IN" b="1" dirty="0">
              <a:latin typeface="Times New Roman" panose="02020603050405020304" pitchFamily="18" charset="0"/>
              <a:cs typeface="Times New Roman" panose="02020603050405020304" pitchFamily="18" charset="0"/>
            </a:endParaRPr>
          </a:p>
        </p:txBody>
      </p:sp>
      <p:pic>
        <p:nvPicPr>
          <p:cNvPr id="15" name="Graphic 14" descr="Receiver">
            <a:extLst>
              <a:ext uri="{FF2B5EF4-FFF2-40B4-BE49-F238E27FC236}">
                <a16:creationId xmlns:a16="http://schemas.microsoft.com/office/drawing/2014/main" id="{92B79B1F-0241-9F60-D927-F498175283D4}"/>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886119" y="682958"/>
            <a:ext cx="277406" cy="277406"/>
          </a:xfrm>
          <a:prstGeom prst="rect">
            <a:avLst/>
          </a:prstGeom>
        </p:spPr>
      </p:pic>
      <p:pic>
        <p:nvPicPr>
          <p:cNvPr id="17" name="Graphic 16" descr="Questions">
            <a:extLst>
              <a:ext uri="{FF2B5EF4-FFF2-40B4-BE49-F238E27FC236}">
                <a16:creationId xmlns:a16="http://schemas.microsoft.com/office/drawing/2014/main" id="{0F80432F-AEE6-955D-A6FD-B60DD9088903}"/>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6976153" y="604554"/>
            <a:ext cx="374363" cy="374363"/>
          </a:xfrm>
          <a:prstGeom prst="rect">
            <a:avLst/>
          </a:prstGeom>
        </p:spPr>
      </p:pic>
      <p:sp>
        <p:nvSpPr>
          <p:cNvPr id="20" name="Rectangle 19">
            <a:extLst>
              <a:ext uri="{FF2B5EF4-FFF2-40B4-BE49-F238E27FC236}">
                <a16:creationId xmlns:a16="http://schemas.microsoft.com/office/drawing/2014/main" id="{DCDF10EA-D15F-1A0E-29E6-23B47DF86CEC}"/>
              </a:ext>
            </a:extLst>
          </p:cNvPr>
          <p:cNvSpPr/>
          <p:nvPr/>
        </p:nvSpPr>
        <p:spPr>
          <a:xfrm>
            <a:off x="383299" y="265259"/>
            <a:ext cx="4620215"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rgbClr val="FFFF00"/>
                </a:solidFill>
              </a:rPr>
              <a:t>VVVC Insight</a:t>
            </a:r>
            <a:endParaRPr lang="en-US" sz="5400" b="1" cap="none" spc="0" dirty="0">
              <a:ln/>
              <a:solidFill>
                <a:srgbClr val="FFFF00"/>
              </a:solidFill>
              <a:effectLst/>
            </a:endParaRPr>
          </a:p>
        </p:txBody>
      </p:sp>
      <p:sp>
        <p:nvSpPr>
          <p:cNvPr id="23" name="TextBox 22">
            <a:extLst>
              <a:ext uri="{FF2B5EF4-FFF2-40B4-BE49-F238E27FC236}">
                <a16:creationId xmlns:a16="http://schemas.microsoft.com/office/drawing/2014/main" id="{8EBDCAF4-B3CD-EE6D-7B33-3185CA44E5D7}"/>
              </a:ext>
            </a:extLst>
          </p:cNvPr>
          <p:cNvSpPr txBox="1"/>
          <p:nvPr/>
        </p:nvSpPr>
        <p:spPr>
          <a:xfrm>
            <a:off x="11025509"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Maximise</a:t>
            </a:r>
            <a:endParaRPr lang="en-IN" dirty="0">
              <a:solidFill>
                <a:srgbClr val="FFFFFF"/>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AA8CE2B-1488-B632-A997-F483AA07E27D}"/>
              </a:ext>
            </a:extLst>
          </p:cNvPr>
          <p:cNvSpPr txBox="1"/>
          <p:nvPr/>
        </p:nvSpPr>
        <p:spPr>
          <a:xfrm>
            <a:off x="9531285" y="6425838"/>
            <a:ext cx="1138052" cy="369332"/>
          </a:xfrm>
          <a:prstGeom prst="rect">
            <a:avLst/>
          </a:prstGeom>
          <a:noFill/>
        </p:spPr>
        <p:txBody>
          <a:bodyPr wrap="square" rtlCol="0">
            <a:spAutoFit/>
          </a:bodyPr>
          <a:lstStyle/>
          <a:p>
            <a:r>
              <a:rPr lang="en-US" dirty="0" err="1">
                <a:solidFill>
                  <a:srgbClr val="FFFFFF"/>
                </a:solidFill>
                <a:latin typeface="Times New Roman" panose="02020603050405020304" pitchFamily="18" charset="0"/>
                <a:cs typeface="Times New Roman" panose="02020603050405020304" pitchFamily="18" charset="0"/>
              </a:rPr>
              <a:t>Minimise</a:t>
            </a:r>
            <a:endParaRPr lang="en-IN" dirty="0">
              <a:solidFill>
                <a:srgbClr val="FFFFFF"/>
              </a:solidFill>
              <a:latin typeface="Times New Roman" panose="02020603050405020304" pitchFamily="18" charset="0"/>
              <a:cs typeface="Times New Roman" panose="02020603050405020304" pitchFamily="18" charset="0"/>
            </a:endParaRPr>
          </a:p>
        </p:txBody>
      </p:sp>
      <p:pic>
        <p:nvPicPr>
          <p:cNvPr id="26" name="Graphic 25" descr="Zoom in">
            <a:extLst>
              <a:ext uri="{FF2B5EF4-FFF2-40B4-BE49-F238E27FC236}">
                <a16:creationId xmlns:a16="http://schemas.microsoft.com/office/drawing/2014/main" id="{9C664C12-D24B-5021-0D43-76AA43BCF21B}"/>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10669337" y="6445458"/>
            <a:ext cx="412542" cy="412542"/>
          </a:xfrm>
          <a:prstGeom prst="rect">
            <a:avLst/>
          </a:prstGeom>
        </p:spPr>
      </p:pic>
      <p:pic>
        <p:nvPicPr>
          <p:cNvPr id="28" name="Graphic 27" descr="Zoom out">
            <a:extLst>
              <a:ext uri="{FF2B5EF4-FFF2-40B4-BE49-F238E27FC236}">
                <a16:creationId xmlns:a16="http://schemas.microsoft.com/office/drawing/2014/main" id="{F195D5FC-51F8-0A0F-845B-3D56B2B52C71}"/>
              </a:ext>
            </a:extLst>
          </p:cNvPr>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a:off x="9080082" y="6417273"/>
            <a:ext cx="507573" cy="507573"/>
          </a:xfrm>
          <a:prstGeom prst="rect">
            <a:avLst/>
          </a:prstGeom>
        </p:spPr>
      </p:pic>
      <p:sp>
        <p:nvSpPr>
          <p:cNvPr id="2" name="TextBox 1">
            <a:extLst>
              <a:ext uri="{FF2B5EF4-FFF2-40B4-BE49-F238E27FC236}">
                <a16:creationId xmlns:a16="http://schemas.microsoft.com/office/drawing/2014/main" id="{D7168169-98FE-3205-9967-916D227408B6}"/>
              </a:ext>
            </a:extLst>
          </p:cNvPr>
          <p:cNvSpPr txBox="1"/>
          <p:nvPr/>
        </p:nvSpPr>
        <p:spPr>
          <a:xfrm>
            <a:off x="11265239" y="641032"/>
            <a:ext cx="7602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6" action="ppaction://hlinksldjump">
                  <a:extLst>
                    <a:ext uri="{A12FA001-AC4F-418D-AE19-62706E023703}">
                      <ahyp:hlinkClr xmlns:ahyp="http://schemas.microsoft.com/office/drawing/2018/hyperlinkcolor" xmlns="" val="tx"/>
                    </a:ext>
                  </a:extLst>
                </a:hlinkClick>
              </a:rPr>
              <a:t>Login</a:t>
            </a:r>
            <a:endParaRPr lang="en-IN" b="1"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B7DDF278-7869-13D1-D590-A9AE5DFC3E5A}"/>
              </a:ext>
            </a:extLst>
          </p:cNvPr>
          <p:cNvPicPr>
            <a:picLocks noChangeAspect="1"/>
          </p:cNvPicPr>
          <p:nvPr/>
        </p:nvPicPr>
        <p:blipFill>
          <a:blip r:embed="rId17"/>
          <a:stretch>
            <a:fillRect/>
          </a:stretch>
        </p:blipFill>
        <p:spPr>
          <a:xfrm>
            <a:off x="121310" y="334827"/>
            <a:ext cx="737102" cy="748186"/>
          </a:xfrm>
          <a:prstGeom prst="rect">
            <a:avLst/>
          </a:prstGeom>
        </p:spPr>
      </p:pic>
      <p:sp>
        <p:nvSpPr>
          <p:cNvPr id="31" name="TextBox 30">
            <a:extLst>
              <a:ext uri="{FF2B5EF4-FFF2-40B4-BE49-F238E27FC236}">
                <a16:creationId xmlns:a16="http://schemas.microsoft.com/office/drawing/2014/main" id="{60D047A9-7B02-4ADD-F33B-8D9AFC91FAAE}"/>
              </a:ext>
            </a:extLst>
          </p:cNvPr>
          <p:cNvSpPr txBox="1"/>
          <p:nvPr/>
        </p:nvSpPr>
        <p:spPr>
          <a:xfrm>
            <a:off x="51956" y="1283472"/>
            <a:ext cx="1340777" cy="5123016"/>
          </a:xfrm>
          <a:prstGeom prst="rect">
            <a:avLst/>
          </a:prstGeom>
          <a:solidFill>
            <a:schemeClr val="bg1">
              <a:lumMod val="50000"/>
            </a:schemeClr>
          </a:solidFill>
        </p:spPr>
        <p:txBody>
          <a:bodyPr wrap="square" rtlCol="0">
            <a:spAutoFit/>
          </a:bodyPr>
          <a:lstStyle/>
          <a:p>
            <a:endParaRPr lang="en-IN" dirty="0"/>
          </a:p>
        </p:txBody>
      </p:sp>
      <p:sp>
        <p:nvSpPr>
          <p:cNvPr id="34" name="TextBox 33">
            <a:extLst>
              <a:ext uri="{FF2B5EF4-FFF2-40B4-BE49-F238E27FC236}">
                <a16:creationId xmlns:a16="http://schemas.microsoft.com/office/drawing/2014/main" id="{5EE3ECA4-B283-37D8-AAC7-7373972118DF}"/>
              </a:ext>
            </a:extLst>
          </p:cNvPr>
          <p:cNvSpPr txBox="1"/>
          <p:nvPr/>
        </p:nvSpPr>
        <p:spPr>
          <a:xfrm>
            <a:off x="121310" y="2553620"/>
            <a:ext cx="109741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xmlns="" val="tx"/>
                    </a:ext>
                  </a:extLst>
                </a:hlinkClick>
              </a:rPr>
              <a:t>Course Contents</a:t>
            </a:r>
            <a:endParaRPr lang="en-IN"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E6E3F84A-4EE5-400B-69CC-2970E2292233}"/>
              </a:ext>
            </a:extLst>
          </p:cNvPr>
          <p:cNvSpPr txBox="1"/>
          <p:nvPr/>
        </p:nvSpPr>
        <p:spPr>
          <a:xfrm>
            <a:off x="53741" y="3789665"/>
            <a:ext cx="1340777" cy="369332"/>
          </a:xfrm>
          <a:prstGeom prst="rect">
            <a:avLst/>
          </a:prstGeom>
          <a:solidFill>
            <a:schemeClr val="bg2">
              <a:lumMod val="75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19" action="ppaction://hlinksldjump">
                  <a:extLst>
                    <a:ext uri="{A12FA001-AC4F-418D-AE19-62706E023703}">
                      <ahyp:hlinkClr xmlns:ahyp="http://schemas.microsoft.com/office/drawing/2018/hyperlinkcolor" xmlns="" val="tx"/>
                    </a:ext>
                  </a:extLst>
                </a:hlinkClick>
              </a:rPr>
              <a:t>Assignment</a:t>
            </a:r>
            <a:endParaRPr lang="en-IN"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E13FA084-D655-8759-3720-5B1352510A87}"/>
              </a:ext>
            </a:extLst>
          </p:cNvPr>
          <p:cNvSpPr txBox="1"/>
          <p:nvPr/>
        </p:nvSpPr>
        <p:spPr>
          <a:xfrm>
            <a:off x="65834" y="4262516"/>
            <a:ext cx="101714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0" action="ppaction://hlinksldjump">
                  <a:extLst>
                    <a:ext uri="{A12FA001-AC4F-418D-AE19-62706E023703}">
                      <ahyp:hlinkClr xmlns:ahyp="http://schemas.microsoft.com/office/drawing/2018/hyperlinkcolor" xmlns="" val="tx"/>
                    </a:ext>
                  </a:extLst>
                </a:hlinkClick>
              </a:rPr>
              <a:t>Quiz</a:t>
            </a:r>
            <a:endParaRPr lang="en-IN" b="1"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55A992F6-DAB8-1AEF-FA5C-29DD3637CA9A}"/>
              </a:ext>
            </a:extLst>
          </p:cNvPr>
          <p:cNvSpPr txBox="1"/>
          <p:nvPr/>
        </p:nvSpPr>
        <p:spPr>
          <a:xfrm>
            <a:off x="47466" y="4784427"/>
            <a:ext cx="117125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xmlns="" val="tx"/>
                    </a:ext>
                  </a:extLst>
                </a:hlinkClick>
              </a:rPr>
              <a:t>Progress</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77CA9027-6018-539F-3B87-65741F019281}"/>
              </a:ext>
            </a:extLst>
          </p:cNvPr>
          <p:cNvSpPr txBox="1"/>
          <p:nvPr/>
        </p:nvSpPr>
        <p:spPr>
          <a:xfrm>
            <a:off x="16374" y="532652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xmlns="" val="tx"/>
                    </a:ext>
                  </a:extLst>
                </a:hlinkClick>
              </a:rPr>
              <a:t>Discussion</a:t>
            </a:r>
            <a:endParaRPr lang="en-IN" b="1" dirty="0">
              <a:latin typeface="Times New Roman" panose="02020603050405020304" pitchFamily="18" charset="0"/>
              <a:cs typeface="Times New Roman" panose="02020603050405020304" pitchFamily="18" charset="0"/>
            </a:endParaRPr>
          </a:p>
        </p:txBody>
      </p:sp>
      <p:sp>
        <p:nvSpPr>
          <p:cNvPr id="39" name="TextBox 38">
            <a:hlinkClick r:id="rId23" action="ppaction://hlinksldjump"/>
            <a:extLst>
              <a:ext uri="{FF2B5EF4-FFF2-40B4-BE49-F238E27FC236}">
                <a16:creationId xmlns:a16="http://schemas.microsoft.com/office/drawing/2014/main" id="{B02A24A6-6CA8-AA72-CE8C-1FB3F9BD578C}"/>
              </a:ext>
            </a:extLst>
          </p:cNvPr>
          <p:cNvSpPr txBox="1"/>
          <p:nvPr/>
        </p:nvSpPr>
        <p:spPr>
          <a:xfrm>
            <a:off x="90723" y="3347299"/>
            <a:ext cx="122037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4" action="ppaction://hlinksldjump">
                  <a:extLst>
                    <a:ext uri="{A12FA001-AC4F-418D-AE19-62706E023703}">
                      <ahyp:hlinkClr xmlns:ahyp="http://schemas.microsoft.com/office/drawing/2018/hyperlinkcolor" xmlns="" val="tx"/>
                    </a:ext>
                  </a:extLst>
                </a:hlinkClick>
              </a:rPr>
              <a:t>Mock Test</a:t>
            </a:r>
            <a:endParaRPr lang="en-IN"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6A7E870A-78C4-1459-78D6-878DA3C0D5C6}"/>
              </a:ext>
            </a:extLst>
          </p:cNvPr>
          <p:cNvSpPr txBox="1"/>
          <p:nvPr/>
        </p:nvSpPr>
        <p:spPr>
          <a:xfrm>
            <a:off x="16374" y="6022408"/>
            <a:ext cx="15062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hlinkClick r:id="rId25" action="ppaction://hlinksldjump">
                  <a:extLst>
                    <a:ext uri="{A12FA001-AC4F-418D-AE19-62706E023703}">
                      <ahyp:hlinkClr xmlns:ahyp="http://schemas.microsoft.com/office/drawing/2018/hyperlinkcolor" xmlns="" val="tx"/>
                    </a:ext>
                  </a:extLst>
                </a:hlinkClick>
              </a:rPr>
              <a:t>Archives</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37A4771-EE6E-F42F-85FF-52A4A0EFC073}"/>
              </a:ext>
            </a:extLst>
          </p:cNvPr>
          <p:cNvSpPr txBox="1"/>
          <p:nvPr/>
        </p:nvSpPr>
        <p:spPr>
          <a:xfrm>
            <a:off x="11173559" y="279452"/>
            <a:ext cx="98881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Admin</a:t>
            </a:r>
            <a:endParaRPr lang="en-IN"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AFA4EE3-C759-9963-5C9C-5A4B2DE11DAE}"/>
              </a:ext>
            </a:extLst>
          </p:cNvPr>
          <p:cNvGraphicFramePr>
            <a:graphicFrameLocks noGrp="1"/>
          </p:cNvGraphicFramePr>
          <p:nvPr>
            <p:extLst>
              <p:ext uri="{D42A27DB-BD31-4B8C-83A1-F6EECF244321}">
                <p14:modId xmlns:p14="http://schemas.microsoft.com/office/powerpoint/2010/main" val="900543767"/>
              </p:ext>
            </p:extLst>
          </p:nvPr>
        </p:nvGraphicFramePr>
        <p:xfrm>
          <a:off x="1857675" y="1546132"/>
          <a:ext cx="9942896" cy="3543420"/>
        </p:xfrm>
        <a:graphic>
          <a:graphicData uri="http://schemas.openxmlformats.org/drawingml/2006/table">
            <a:tbl>
              <a:tblPr firstRow="1" bandRow="1">
                <a:tableStyleId>{073A0DAA-6AF3-43AB-8588-CEC1D06C72B9}</a:tableStyleId>
              </a:tblPr>
              <a:tblGrid>
                <a:gridCol w="706105">
                  <a:extLst>
                    <a:ext uri="{9D8B030D-6E8A-4147-A177-3AD203B41FA5}">
                      <a16:colId xmlns:a16="http://schemas.microsoft.com/office/drawing/2014/main" val="515747987"/>
                    </a:ext>
                  </a:extLst>
                </a:gridCol>
                <a:gridCol w="994210">
                  <a:extLst>
                    <a:ext uri="{9D8B030D-6E8A-4147-A177-3AD203B41FA5}">
                      <a16:colId xmlns:a16="http://schemas.microsoft.com/office/drawing/2014/main" val="3541779766"/>
                    </a:ext>
                  </a:extLst>
                </a:gridCol>
                <a:gridCol w="1011060">
                  <a:extLst>
                    <a:ext uri="{9D8B030D-6E8A-4147-A177-3AD203B41FA5}">
                      <a16:colId xmlns:a16="http://schemas.microsoft.com/office/drawing/2014/main" val="2513674609"/>
                    </a:ext>
                  </a:extLst>
                </a:gridCol>
                <a:gridCol w="1162721">
                  <a:extLst>
                    <a:ext uri="{9D8B030D-6E8A-4147-A177-3AD203B41FA5}">
                      <a16:colId xmlns:a16="http://schemas.microsoft.com/office/drawing/2014/main" val="3326701296"/>
                    </a:ext>
                  </a:extLst>
                </a:gridCol>
                <a:gridCol w="690892">
                  <a:extLst>
                    <a:ext uri="{9D8B030D-6E8A-4147-A177-3AD203B41FA5}">
                      <a16:colId xmlns:a16="http://schemas.microsoft.com/office/drawing/2014/main" val="703011115"/>
                    </a:ext>
                  </a:extLst>
                </a:gridCol>
                <a:gridCol w="2688954">
                  <a:extLst>
                    <a:ext uri="{9D8B030D-6E8A-4147-A177-3AD203B41FA5}">
                      <a16:colId xmlns:a16="http://schemas.microsoft.com/office/drawing/2014/main" val="3402571093"/>
                    </a:ext>
                  </a:extLst>
                </a:gridCol>
                <a:gridCol w="2688954">
                  <a:extLst>
                    <a:ext uri="{9D8B030D-6E8A-4147-A177-3AD203B41FA5}">
                      <a16:colId xmlns:a16="http://schemas.microsoft.com/office/drawing/2014/main" val="2089211773"/>
                    </a:ext>
                  </a:extLst>
                </a:gridCol>
              </a:tblGrid>
              <a:tr h="893889">
                <a:tc>
                  <a:txBody>
                    <a:bodyPr/>
                    <a:lstStyle/>
                    <a:p>
                      <a:r>
                        <a:rPr lang="en-US" dirty="0" err="1"/>
                        <a:t>S.No</a:t>
                      </a:r>
                      <a:r>
                        <a:rPr lang="en-US" dirty="0"/>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Class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Course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Student Name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err="1">
                          <a:latin typeface="Times New Roman" panose="02020603050405020304" pitchFamily="18" charset="0"/>
                          <a:cs typeface="Times New Roman" panose="02020603050405020304" pitchFamily="18" charset="0"/>
                        </a:rPr>
                        <a:t>Reg.No</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Assignment 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Assignment 2</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6071904"/>
                  </a:ext>
                </a:extLst>
              </a:tr>
              <a:tr h="1162056">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II B.A. English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Indian Writing in English</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Download</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356984"/>
                  </a:ext>
                </a:extLst>
              </a:tr>
              <a:tr h="486937">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8459302"/>
                  </a:ext>
                </a:extLst>
              </a:tr>
              <a:tr h="486937">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141879178"/>
                  </a:ext>
                </a:extLst>
              </a:tr>
              <a:tr h="486937">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80810190"/>
                  </a:ext>
                </a:extLst>
              </a:tr>
            </a:tbl>
          </a:graphicData>
        </a:graphic>
      </p:graphicFrame>
      <p:sp>
        <p:nvSpPr>
          <p:cNvPr id="6" name="TextBox 5">
            <a:extLst>
              <a:ext uri="{FF2B5EF4-FFF2-40B4-BE49-F238E27FC236}">
                <a16:creationId xmlns:a16="http://schemas.microsoft.com/office/drawing/2014/main" id="{497BFE35-3129-9AB5-5915-E3ED30319A72}"/>
              </a:ext>
            </a:extLst>
          </p:cNvPr>
          <p:cNvSpPr txBox="1"/>
          <p:nvPr/>
        </p:nvSpPr>
        <p:spPr>
          <a:xfrm>
            <a:off x="133586" y="2045662"/>
            <a:ext cx="1177515" cy="369332"/>
          </a:xfrm>
          <a:prstGeom prst="rect">
            <a:avLst/>
          </a:prstGeom>
          <a:solidFill>
            <a:schemeClr val="tx1">
              <a:lumMod val="50000"/>
              <a:lumOff val="50000"/>
            </a:schemeClr>
          </a:solidFill>
        </p:spPr>
        <p:txBody>
          <a:bodyPr wrap="square" rtlCol="0">
            <a:spAutoFit/>
          </a:bodyPr>
          <a:lstStyle/>
          <a:p>
            <a:r>
              <a:rPr lang="en-US" b="1" dirty="0">
                <a:latin typeface="Times New Roman" panose="02020603050405020304" pitchFamily="18" charset="0"/>
                <a:cs typeface="Times New Roman" panose="02020603050405020304" pitchFamily="18" charset="0"/>
              </a:rPr>
              <a:t>Students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2112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3559</TotalTime>
  <Words>2832</Words>
  <Application>Microsoft Office PowerPoint</Application>
  <PresentationFormat>Widescreen</PresentationFormat>
  <Paragraphs>1280</Paragraphs>
  <Slides>40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Freestyle Script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Sign in with Google</vt:lpstr>
      <vt:lpstr>Forgot Password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Sign in with Google</vt:lpstr>
      <vt:lpstr>Forgot Password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Winmayil B</dc:creator>
  <cp:lastModifiedBy>admin</cp:lastModifiedBy>
  <cp:revision>246</cp:revision>
  <dcterms:created xsi:type="dcterms:W3CDTF">2025-05-06T14:14:09Z</dcterms:created>
  <dcterms:modified xsi:type="dcterms:W3CDTF">2025-07-26T14:36:08Z</dcterms:modified>
</cp:coreProperties>
</file>